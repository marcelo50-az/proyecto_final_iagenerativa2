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embeddedFontLst>
    <p:embeddedFont>
      <p:font typeface="Poppins"/>
      <p:regular r:id="rId14"/>
      <p:bold r:id="rId15"/>
      <p:italic r:id="rId16"/>
      <p:boldItalic r:id="rId17"/>
    </p:embeddedFont>
    <p:embeddedFont>
      <p:font typeface="IBM Plex Mon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ikMKPQbUi1tm1oMGMPFvxinJ4ue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BMPlexMono-italic.fntdata"/><Relationship Id="rId11" Type="http://schemas.openxmlformats.org/officeDocument/2006/relationships/slide" Target="slides/slide7.xml"/><Relationship Id="rId22" Type="http://customschemas.google.com/relationships/presentationmetadata" Target="metadata"/><Relationship Id="rId10" Type="http://schemas.openxmlformats.org/officeDocument/2006/relationships/slide" Target="slides/slide6.xml"/><Relationship Id="rId21" Type="http://schemas.openxmlformats.org/officeDocument/2006/relationships/font" Target="fonts/IBMPlexMono-bold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oppins-bold.fntdata"/><Relationship Id="rId14" Type="http://schemas.openxmlformats.org/officeDocument/2006/relationships/font" Target="fonts/Poppins-regular.fntdata"/><Relationship Id="rId17" Type="http://schemas.openxmlformats.org/officeDocument/2006/relationships/font" Target="fonts/Poppins-boldItalic.fntdata"/><Relationship Id="rId16" Type="http://schemas.openxmlformats.org/officeDocument/2006/relationships/font" Target="fonts/Poppins-italic.fntdata"/><Relationship Id="rId5" Type="http://schemas.openxmlformats.org/officeDocument/2006/relationships/slide" Target="slides/slide1.xml"/><Relationship Id="rId19" Type="http://schemas.openxmlformats.org/officeDocument/2006/relationships/font" Target="fonts/IBMPlexMono-bold.fntdata"/><Relationship Id="rId6" Type="http://schemas.openxmlformats.org/officeDocument/2006/relationships/slide" Target="slides/slide2.xml"/><Relationship Id="rId18" Type="http://schemas.openxmlformats.org/officeDocument/2006/relationships/font" Target="fonts/IBMPlexMono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2" name="Google Shape;26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0" name="Google Shape;35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11"/>
          <p:cNvGrpSpPr/>
          <p:nvPr/>
        </p:nvGrpSpPr>
        <p:grpSpPr>
          <a:xfrm>
            <a:off x="-3255181" y="-2900775"/>
            <a:ext cx="10039931" cy="6871129"/>
            <a:chOff x="-3102781" y="-2727750"/>
            <a:chExt cx="10039931" cy="6871129"/>
          </a:xfrm>
        </p:grpSpPr>
        <p:grpSp>
          <p:nvGrpSpPr>
            <p:cNvPr id="10" name="Google Shape;10;p11"/>
            <p:cNvGrpSpPr/>
            <p:nvPr/>
          </p:nvGrpSpPr>
          <p:grpSpPr>
            <a:xfrm rot="-7778255">
              <a:off x="-2414440" y="-1445047"/>
              <a:ext cx="5355679" cy="4305725"/>
              <a:chOff x="7103825" y="-713112"/>
              <a:chExt cx="3785226" cy="3043150"/>
            </a:xfrm>
          </p:grpSpPr>
          <p:sp>
            <p:nvSpPr>
              <p:cNvPr id="11" name="Google Shape;11;p11"/>
              <p:cNvSpPr/>
              <p:nvPr/>
            </p:nvSpPr>
            <p:spPr>
              <a:xfrm rot="-3600017">
                <a:off x="7761095" y="-21"/>
                <a:ext cx="2152450" cy="1864030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12" name="Google Shape;12;p11"/>
              <p:cNvPicPr preferRelativeResize="0"/>
              <p:nvPr/>
            </p:nvPicPr>
            <p:blipFill rotWithShape="1">
              <a:blip r:embed="rId2">
                <a:alphaModFix/>
              </a:blip>
              <a:srcRect b="17664" l="0" r="0" t="17657"/>
              <a:stretch/>
            </p:blipFill>
            <p:spPr>
              <a:xfrm>
                <a:off x="7103825" y="-713112"/>
                <a:ext cx="3785226" cy="2888974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13;p11"/>
            <p:cNvSpPr/>
            <p:nvPr/>
          </p:nvSpPr>
          <p:spPr>
            <a:xfrm>
              <a:off x="-289323" y="-166742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11"/>
            <p:cNvSpPr/>
            <p:nvPr/>
          </p:nvSpPr>
          <p:spPr>
            <a:xfrm rot="2700000">
              <a:off x="917817" y="-2200499"/>
              <a:ext cx="3153371" cy="5119296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11"/>
            <p:cNvSpPr/>
            <p:nvPr/>
          </p:nvSpPr>
          <p:spPr>
            <a:xfrm>
              <a:off x="-201475" y="-361175"/>
              <a:ext cx="7138625" cy="819350"/>
            </a:xfrm>
            <a:custGeom>
              <a:rect b="b" l="l" r="r" t="t"/>
              <a:pathLst>
                <a:path extrusionOk="0" h="32774" w="285545">
                  <a:moveTo>
                    <a:pt x="0" y="32774"/>
                  </a:moveTo>
                  <a:lnTo>
                    <a:pt x="188861" y="32774"/>
                  </a:lnTo>
                  <a:lnTo>
                    <a:pt x="221636" y="0"/>
                  </a:lnTo>
                  <a:lnTo>
                    <a:pt x="285545" y="0"/>
                  </a:ln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11"/>
            <p:cNvSpPr/>
            <p:nvPr/>
          </p:nvSpPr>
          <p:spPr>
            <a:xfrm rot="5400000">
              <a:off x="1110859" y="-1245788"/>
              <a:ext cx="577450" cy="3045475"/>
            </a:xfrm>
            <a:custGeom>
              <a:rect b="b" l="l" r="r" t="t"/>
              <a:pathLst>
                <a:path extrusionOk="0" h="48146" w="14079">
                  <a:moveTo>
                    <a:pt x="13866" y="0"/>
                  </a:moveTo>
                  <a:lnTo>
                    <a:pt x="5867" y="7999"/>
                  </a:lnTo>
                  <a:lnTo>
                    <a:pt x="5836" y="8045"/>
                  </a:lnTo>
                  <a:lnTo>
                    <a:pt x="5836" y="31737"/>
                  </a:lnTo>
                  <a:lnTo>
                    <a:pt x="1" y="37541"/>
                  </a:lnTo>
                  <a:lnTo>
                    <a:pt x="1" y="48146"/>
                  </a:lnTo>
                  <a:lnTo>
                    <a:pt x="306" y="48146"/>
                  </a:lnTo>
                  <a:lnTo>
                    <a:pt x="306" y="37679"/>
                  </a:lnTo>
                  <a:lnTo>
                    <a:pt x="6141" y="31874"/>
                  </a:lnTo>
                  <a:lnTo>
                    <a:pt x="6141" y="8167"/>
                  </a:lnTo>
                  <a:lnTo>
                    <a:pt x="14079" y="229"/>
                  </a:lnTo>
                  <a:lnTo>
                    <a:pt x="13866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11"/>
            <p:cNvSpPr/>
            <p:nvPr/>
          </p:nvSpPr>
          <p:spPr>
            <a:xfrm rot="5400000">
              <a:off x="654013" y="-781254"/>
              <a:ext cx="687411" cy="2731351"/>
            </a:xfrm>
            <a:custGeom>
              <a:rect b="b" l="l" r="r" t="t"/>
              <a:pathLst>
                <a:path extrusionOk="0" h="43180" w="16760">
                  <a:moveTo>
                    <a:pt x="16531" y="1"/>
                  </a:moveTo>
                  <a:lnTo>
                    <a:pt x="4403" y="12159"/>
                  </a:lnTo>
                  <a:lnTo>
                    <a:pt x="4342" y="12190"/>
                  </a:lnTo>
                  <a:lnTo>
                    <a:pt x="4342" y="25734"/>
                  </a:lnTo>
                  <a:lnTo>
                    <a:pt x="0" y="30077"/>
                  </a:lnTo>
                  <a:lnTo>
                    <a:pt x="8746" y="38822"/>
                  </a:lnTo>
                  <a:lnTo>
                    <a:pt x="8746" y="43180"/>
                  </a:lnTo>
                  <a:lnTo>
                    <a:pt x="9066" y="43180"/>
                  </a:lnTo>
                  <a:lnTo>
                    <a:pt x="9066" y="38700"/>
                  </a:lnTo>
                  <a:lnTo>
                    <a:pt x="442" y="30077"/>
                  </a:lnTo>
                  <a:lnTo>
                    <a:pt x="4662" y="25872"/>
                  </a:lnTo>
                  <a:lnTo>
                    <a:pt x="4662" y="12327"/>
                  </a:lnTo>
                  <a:lnTo>
                    <a:pt x="16760" y="230"/>
                  </a:lnTo>
                  <a:lnTo>
                    <a:pt x="16531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" name="Google Shape;18;p11"/>
            <p:cNvGrpSpPr/>
            <p:nvPr/>
          </p:nvGrpSpPr>
          <p:grpSpPr>
            <a:xfrm flipH="1">
              <a:off x="4446909" y="391151"/>
              <a:ext cx="134044" cy="134013"/>
              <a:chOff x="1101075" y="2142375"/>
              <a:chExt cx="439200" cy="439100"/>
            </a:xfrm>
          </p:grpSpPr>
          <p:sp>
            <p:nvSpPr>
              <p:cNvPr id="19" name="Google Shape;19;p1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1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" name="Google Shape;21;p11"/>
            <p:cNvGrpSpPr/>
            <p:nvPr/>
          </p:nvGrpSpPr>
          <p:grpSpPr>
            <a:xfrm flipH="1">
              <a:off x="1373609" y="694563"/>
              <a:ext cx="134044" cy="134013"/>
              <a:chOff x="1101075" y="2142375"/>
              <a:chExt cx="439200" cy="439100"/>
            </a:xfrm>
          </p:grpSpPr>
          <p:sp>
            <p:nvSpPr>
              <p:cNvPr id="22" name="Google Shape;22;p1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1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" name="Google Shape;24;p11"/>
            <p:cNvGrpSpPr/>
            <p:nvPr/>
          </p:nvGrpSpPr>
          <p:grpSpPr>
            <a:xfrm flipH="1">
              <a:off x="1086834" y="957463"/>
              <a:ext cx="134044" cy="134013"/>
              <a:chOff x="1101075" y="2142375"/>
              <a:chExt cx="439200" cy="439100"/>
            </a:xfrm>
          </p:grpSpPr>
          <p:sp>
            <p:nvSpPr>
              <p:cNvPr id="25" name="Google Shape;25;p1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1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" name="Google Shape;27;p11"/>
            <p:cNvGrpSpPr/>
            <p:nvPr/>
          </p:nvGrpSpPr>
          <p:grpSpPr>
            <a:xfrm flipH="1">
              <a:off x="277709" y="957463"/>
              <a:ext cx="134044" cy="134013"/>
              <a:chOff x="1101075" y="2142375"/>
              <a:chExt cx="439200" cy="439100"/>
            </a:xfrm>
          </p:grpSpPr>
          <p:sp>
            <p:nvSpPr>
              <p:cNvPr id="28" name="Google Shape;28;p1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29;p1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0" name="Google Shape;30;p11"/>
            <p:cNvGrpSpPr/>
            <p:nvPr/>
          </p:nvGrpSpPr>
          <p:grpSpPr>
            <a:xfrm flipH="1">
              <a:off x="277709" y="640813"/>
              <a:ext cx="134044" cy="134013"/>
              <a:chOff x="1101075" y="2142375"/>
              <a:chExt cx="439200" cy="439100"/>
            </a:xfrm>
          </p:grpSpPr>
          <p:sp>
            <p:nvSpPr>
              <p:cNvPr id="31" name="Google Shape;31;p11"/>
              <p:cNvSpPr/>
              <p:nvPr/>
            </p:nvSpPr>
            <p:spPr>
              <a:xfrm>
                <a:off x="1101075" y="2142375"/>
                <a:ext cx="439200" cy="439100"/>
              </a:xfrm>
              <a:custGeom>
                <a:rect b="b" l="l" r="r" t="t"/>
                <a:pathLst>
                  <a:path extrusionOk="0" h="17564" w="17568">
                    <a:moveTo>
                      <a:pt x="8792" y="1291"/>
                    </a:moveTo>
                    <a:cubicBezTo>
                      <a:pt x="10711" y="1291"/>
                      <a:pt x="12631" y="2008"/>
                      <a:pt x="14094" y="3501"/>
                    </a:cubicBezTo>
                    <a:cubicBezTo>
                      <a:pt x="15526" y="4902"/>
                      <a:pt x="16303" y="6807"/>
                      <a:pt x="16303" y="8803"/>
                    </a:cubicBezTo>
                    <a:cubicBezTo>
                      <a:pt x="16303" y="10814"/>
                      <a:pt x="15526" y="12688"/>
                      <a:pt x="14094" y="14120"/>
                    </a:cubicBezTo>
                    <a:cubicBezTo>
                      <a:pt x="12692" y="15552"/>
                      <a:pt x="10788" y="16329"/>
                      <a:pt x="8792" y="16329"/>
                    </a:cubicBezTo>
                    <a:cubicBezTo>
                      <a:pt x="6780" y="16329"/>
                      <a:pt x="4906" y="15552"/>
                      <a:pt x="3474" y="14120"/>
                    </a:cubicBezTo>
                    <a:cubicBezTo>
                      <a:pt x="2042" y="12718"/>
                      <a:pt x="1265" y="10814"/>
                      <a:pt x="1265" y="8803"/>
                    </a:cubicBezTo>
                    <a:cubicBezTo>
                      <a:pt x="1265" y="6807"/>
                      <a:pt x="2042" y="4918"/>
                      <a:pt x="3474" y="3501"/>
                    </a:cubicBezTo>
                    <a:cubicBezTo>
                      <a:pt x="4937" y="2023"/>
                      <a:pt x="6857" y="1291"/>
                      <a:pt x="8792" y="1291"/>
                    </a:cubicBezTo>
                    <a:close/>
                    <a:moveTo>
                      <a:pt x="8784" y="0"/>
                    </a:moveTo>
                    <a:cubicBezTo>
                      <a:pt x="6537" y="0"/>
                      <a:pt x="4289" y="857"/>
                      <a:pt x="2575" y="2571"/>
                    </a:cubicBezTo>
                    <a:cubicBezTo>
                      <a:pt x="915" y="4232"/>
                      <a:pt x="1" y="6441"/>
                      <a:pt x="1" y="8788"/>
                    </a:cubicBezTo>
                    <a:cubicBezTo>
                      <a:pt x="1" y="11134"/>
                      <a:pt x="915" y="13343"/>
                      <a:pt x="2575" y="15004"/>
                    </a:cubicBezTo>
                    <a:cubicBezTo>
                      <a:pt x="4236" y="16649"/>
                      <a:pt x="6445" y="17563"/>
                      <a:pt x="8792" y="17563"/>
                    </a:cubicBezTo>
                    <a:cubicBezTo>
                      <a:pt x="11123" y="17563"/>
                      <a:pt x="13332" y="16649"/>
                      <a:pt x="14993" y="15004"/>
                    </a:cubicBezTo>
                    <a:cubicBezTo>
                      <a:pt x="16653" y="13343"/>
                      <a:pt x="17568" y="11134"/>
                      <a:pt x="17568" y="8788"/>
                    </a:cubicBezTo>
                    <a:cubicBezTo>
                      <a:pt x="17568" y="6441"/>
                      <a:pt x="16653" y="4232"/>
                      <a:pt x="14993" y="2571"/>
                    </a:cubicBezTo>
                    <a:cubicBezTo>
                      <a:pt x="13279" y="857"/>
                      <a:pt x="11031" y="0"/>
                      <a:pt x="8784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11"/>
              <p:cNvSpPr/>
              <p:nvPr/>
            </p:nvSpPr>
            <p:spPr>
              <a:xfrm>
                <a:off x="1189450" y="2242350"/>
                <a:ext cx="262850" cy="239700"/>
              </a:xfrm>
              <a:custGeom>
                <a:rect b="b" l="l" r="r" t="t"/>
                <a:pathLst>
                  <a:path extrusionOk="0" h="9588" w="10514">
                    <a:moveTo>
                      <a:pt x="5257" y="1269"/>
                    </a:moveTo>
                    <a:cubicBezTo>
                      <a:pt x="6171" y="1269"/>
                      <a:pt x="7054" y="1604"/>
                      <a:pt x="7771" y="2290"/>
                    </a:cubicBezTo>
                    <a:cubicBezTo>
                      <a:pt x="9127" y="3692"/>
                      <a:pt x="9127" y="5931"/>
                      <a:pt x="7771" y="7302"/>
                    </a:cubicBezTo>
                    <a:cubicBezTo>
                      <a:pt x="7070" y="7988"/>
                      <a:pt x="6159" y="8331"/>
                      <a:pt x="5253" y="8331"/>
                    </a:cubicBezTo>
                    <a:cubicBezTo>
                      <a:pt x="4346" y="8331"/>
                      <a:pt x="3444" y="7988"/>
                      <a:pt x="2758" y="7302"/>
                    </a:cubicBezTo>
                    <a:cubicBezTo>
                      <a:pt x="1387" y="5916"/>
                      <a:pt x="1387" y="3661"/>
                      <a:pt x="2758" y="2290"/>
                    </a:cubicBezTo>
                    <a:cubicBezTo>
                      <a:pt x="3444" y="1604"/>
                      <a:pt x="4342" y="1269"/>
                      <a:pt x="5257" y="1269"/>
                    </a:cubicBezTo>
                    <a:close/>
                    <a:moveTo>
                      <a:pt x="5255" y="1"/>
                    </a:moveTo>
                    <a:cubicBezTo>
                      <a:pt x="4026" y="1"/>
                      <a:pt x="2796" y="469"/>
                      <a:pt x="1859" y="1406"/>
                    </a:cubicBezTo>
                    <a:cubicBezTo>
                      <a:pt x="0" y="3265"/>
                      <a:pt x="0" y="6312"/>
                      <a:pt x="1859" y="8186"/>
                    </a:cubicBezTo>
                    <a:cubicBezTo>
                      <a:pt x="2788" y="9116"/>
                      <a:pt x="4038" y="9588"/>
                      <a:pt x="5257" y="9588"/>
                    </a:cubicBezTo>
                    <a:cubicBezTo>
                      <a:pt x="6491" y="9588"/>
                      <a:pt x="7710" y="9131"/>
                      <a:pt x="8639" y="8186"/>
                    </a:cubicBezTo>
                    <a:cubicBezTo>
                      <a:pt x="10513" y="6312"/>
                      <a:pt x="10513" y="3265"/>
                      <a:pt x="8639" y="1406"/>
                    </a:cubicBezTo>
                    <a:cubicBezTo>
                      <a:pt x="7710" y="469"/>
                      <a:pt x="6483" y="1"/>
                      <a:pt x="5255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33" name="Google Shape;33;p11"/>
          <p:cNvGrpSpPr/>
          <p:nvPr/>
        </p:nvGrpSpPr>
        <p:grpSpPr>
          <a:xfrm>
            <a:off x="6385735" y="3039700"/>
            <a:ext cx="3920501" cy="3213899"/>
            <a:chOff x="6309535" y="2842975"/>
            <a:chExt cx="3920501" cy="3213899"/>
          </a:xfrm>
        </p:grpSpPr>
        <p:pic>
          <p:nvPicPr>
            <p:cNvPr id="34" name="Google Shape;34;p11"/>
            <p:cNvPicPr preferRelativeResize="0"/>
            <p:nvPr/>
          </p:nvPicPr>
          <p:blipFill rotWithShape="1">
            <a:blip r:embed="rId3">
              <a:alphaModFix/>
            </a:blip>
            <a:srcRect b="26177" l="16960" r="7121" t="24719"/>
            <a:stretch/>
          </p:blipFill>
          <p:spPr>
            <a:xfrm>
              <a:off x="6309535" y="3064650"/>
              <a:ext cx="3920501" cy="29922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" name="Google Shape;35;p11"/>
            <p:cNvSpPr/>
            <p:nvPr/>
          </p:nvSpPr>
          <p:spPr>
            <a:xfrm rot="10800000">
              <a:off x="7535449" y="2941132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11"/>
            <p:cNvSpPr/>
            <p:nvPr/>
          </p:nvSpPr>
          <p:spPr>
            <a:xfrm rot="10800000">
              <a:off x="7694795" y="2941747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7" name="Google Shape;37;p11"/>
            <p:cNvGrpSpPr/>
            <p:nvPr/>
          </p:nvGrpSpPr>
          <p:grpSpPr>
            <a:xfrm>
              <a:off x="7280400" y="3719575"/>
              <a:ext cx="582050" cy="582425"/>
              <a:chOff x="959750" y="3039275"/>
              <a:chExt cx="582050" cy="582425"/>
            </a:xfrm>
          </p:grpSpPr>
          <p:sp>
            <p:nvSpPr>
              <p:cNvPr id="38" name="Google Shape;38;p11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p11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11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41;p11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42;p11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11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11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" name="Google Shape;45;p11"/>
            <p:cNvSpPr/>
            <p:nvPr/>
          </p:nvSpPr>
          <p:spPr>
            <a:xfrm>
              <a:off x="8430775" y="2842975"/>
              <a:ext cx="480893" cy="475828"/>
            </a:xfrm>
            <a:custGeom>
              <a:rect b="b" l="l" r="r" t="t"/>
              <a:pathLst>
                <a:path extrusionOk="0" h="35790" w="36171">
                  <a:moveTo>
                    <a:pt x="34030" y="1"/>
                  </a:moveTo>
                  <a:cubicBezTo>
                    <a:pt x="33531" y="1"/>
                    <a:pt x="33032" y="191"/>
                    <a:pt x="32651" y="572"/>
                  </a:cubicBezTo>
                  <a:cubicBezTo>
                    <a:pt x="31890" y="1334"/>
                    <a:pt x="31890" y="2568"/>
                    <a:pt x="32651" y="3330"/>
                  </a:cubicBezTo>
                  <a:cubicBezTo>
                    <a:pt x="33032" y="3711"/>
                    <a:pt x="33531" y="3901"/>
                    <a:pt x="34030" y="3901"/>
                  </a:cubicBezTo>
                  <a:cubicBezTo>
                    <a:pt x="34529" y="3901"/>
                    <a:pt x="35028" y="3711"/>
                    <a:pt x="35409" y="3330"/>
                  </a:cubicBezTo>
                  <a:cubicBezTo>
                    <a:pt x="36171" y="2568"/>
                    <a:pt x="36171" y="1334"/>
                    <a:pt x="35409" y="572"/>
                  </a:cubicBezTo>
                  <a:cubicBezTo>
                    <a:pt x="35028" y="191"/>
                    <a:pt x="34529" y="1"/>
                    <a:pt x="34030" y="1"/>
                  </a:cubicBezTo>
                  <a:close/>
                  <a:moveTo>
                    <a:pt x="27662" y="6385"/>
                  </a:moveTo>
                  <a:cubicBezTo>
                    <a:pt x="27163" y="6385"/>
                    <a:pt x="26664" y="6575"/>
                    <a:pt x="26283" y="6956"/>
                  </a:cubicBezTo>
                  <a:cubicBezTo>
                    <a:pt x="25521" y="7718"/>
                    <a:pt x="25521" y="8952"/>
                    <a:pt x="26283" y="9714"/>
                  </a:cubicBezTo>
                  <a:cubicBezTo>
                    <a:pt x="26664" y="10095"/>
                    <a:pt x="27163" y="10285"/>
                    <a:pt x="27662" y="10285"/>
                  </a:cubicBezTo>
                  <a:cubicBezTo>
                    <a:pt x="28161" y="10285"/>
                    <a:pt x="28660" y="10095"/>
                    <a:pt x="29040" y="9714"/>
                  </a:cubicBezTo>
                  <a:cubicBezTo>
                    <a:pt x="29802" y="8952"/>
                    <a:pt x="29802" y="7718"/>
                    <a:pt x="29040" y="6956"/>
                  </a:cubicBezTo>
                  <a:cubicBezTo>
                    <a:pt x="28660" y="6575"/>
                    <a:pt x="28161" y="6385"/>
                    <a:pt x="27662" y="6385"/>
                  </a:cubicBezTo>
                  <a:close/>
                  <a:moveTo>
                    <a:pt x="21285" y="12753"/>
                  </a:moveTo>
                  <a:cubicBezTo>
                    <a:pt x="20783" y="12753"/>
                    <a:pt x="20280" y="12944"/>
                    <a:pt x="19899" y="13325"/>
                  </a:cubicBezTo>
                  <a:cubicBezTo>
                    <a:pt x="19137" y="14086"/>
                    <a:pt x="19137" y="15336"/>
                    <a:pt x="19899" y="16097"/>
                  </a:cubicBezTo>
                  <a:cubicBezTo>
                    <a:pt x="20280" y="16478"/>
                    <a:pt x="20783" y="16669"/>
                    <a:pt x="21285" y="16669"/>
                  </a:cubicBezTo>
                  <a:cubicBezTo>
                    <a:pt x="21788" y="16669"/>
                    <a:pt x="22291" y="16478"/>
                    <a:pt x="22672" y="16097"/>
                  </a:cubicBezTo>
                  <a:cubicBezTo>
                    <a:pt x="23434" y="15336"/>
                    <a:pt x="23434" y="14086"/>
                    <a:pt x="22672" y="13325"/>
                  </a:cubicBezTo>
                  <a:cubicBezTo>
                    <a:pt x="22291" y="12944"/>
                    <a:pt x="21788" y="12753"/>
                    <a:pt x="21285" y="12753"/>
                  </a:cubicBezTo>
                  <a:close/>
                  <a:moveTo>
                    <a:pt x="14917" y="19128"/>
                  </a:moveTo>
                  <a:cubicBezTo>
                    <a:pt x="14415" y="19128"/>
                    <a:pt x="13913" y="19318"/>
                    <a:pt x="13530" y="19693"/>
                  </a:cubicBezTo>
                  <a:cubicBezTo>
                    <a:pt x="12768" y="20455"/>
                    <a:pt x="12768" y="21689"/>
                    <a:pt x="13530" y="22451"/>
                  </a:cubicBezTo>
                  <a:cubicBezTo>
                    <a:pt x="13911" y="22832"/>
                    <a:pt x="14410" y="23022"/>
                    <a:pt x="14909" y="23022"/>
                  </a:cubicBezTo>
                  <a:cubicBezTo>
                    <a:pt x="15408" y="23022"/>
                    <a:pt x="15907" y="22832"/>
                    <a:pt x="16288" y="22451"/>
                  </a:cubicBezTo>
                  <a:cubicBezTo>
                    <a:pt x="17050" y="21689"/>
                    <a:pt x="17050" y="20455"/>
                    <a:pt x="16288" y="19693"/>
                  </a:cubicBezTo>
                  <a:cubicBezTo>
                    <a:pt x="15909" y="19314"/>
                    <a:pt x="15413" y="19128"/>
                    <a:pt x="14917" y="19128"/>
                  </a:cubicBezTo>
                  <a:close/>
                  <a:moveTo>
                    <a:pt x="8525" y="25506"/>
                  </a:moveTo>
                  <a:cubicBezTo>
                    <a:pt x="8026" y="25506"/>
                    <a:pt x="7527" y="25696"/>
                    <a:pt x="7146" y="26077"/>
                  </a:cubicBezTo>
                  <a:cubicBezTo>
                    <a:pt x="6385" y="26839"/>
                    <a:pt x="6385" y="28073"/>
                    <a:pt x="7146" y="28835"/>
                  </a:cubicBezTo>
                  <a:cubicBezTo>
                    <a:pt x="7527" y="29216"/>
                    <a:pt x="8026" y="29406"/>
                    <a:pt x="8525" y="29406"/>
                  </a:cubicBezTo>
                  <a:cubicBezTo>
                    <a:pt x="9024" y="29406"/>
                    <a:pt x="9523" y="29216"/>
                    <a:pt x="9904" y="28835"/>
                  </a:cubicBezTo>
                  <a:cubicBezTo>
                    <a:pt x="10666" y="28073"/>
                    <a:pt x="10666" y="26839"/>
                    <a:pt x="9904" y="26077"/>
                  </a:cubicBezTo>
                  <a:cubicBezTo>
                    <a:pt x="9523" y="25696"/>
                    <a:pt x="9024" y="25506"/>
                    <a:pt x="8525" y="25506"/>
                  </a:cubicBezTo>
                  <a:close/>
                  <a:moveTo>
                    <a:pt x="2141" y="31874"/>
                  </a:moveTo>
                  <a:cubicBezTo>
                    <a:pt x="1642" y="31874"/>
                    <a:pt x="1143" y="32065"/>
                    <a:pt x="763" y="32446"/>
                  </a:cubicBezTo>
                  <a:cubicBezTo>
                    <a:pt x="1" y="33207"/>
                    <a:pt x="1" y="34457"/>
                    <a:pt x="763" y="35219"/>
                  </a:cubicBezTo>
                  <a:cubicBezTo>
                    <a:pt x="1143" y="35599"/>
                    <a:pt x="1642" y="35790"/>
                    <a:pt x="2141" y="35790"/>
                  </a:cubicBezTo>
                  <a:cubicBezTo>
                    <a:pt x="2640" y="35790"/>
                    <a:pt x="3139" y="35599"/>
                    <a:pt x="3520" y="35219"/>
                  </a:cubicBezTo>
                  <a:cubicBezTo>
                    <a:pt x="4282" y="34457"/>
                    <a:pt x="4282" y="33207"/>
                    <a:pt x="3520" y="32446"/>
                  </a:cubicBezTo>
                  <a:cubicBezTo>
                    <a:pt x="3139" y="32065"/>
                    <a:pt x="2640" y="31874"/>
                    <a:pt x="2141" y="31874"/>
                  </a:cubicBezTo>
                  <a:close/>
                </a:path>
              </a:pathLst>
            </a:custGeom>
            <a:gradFill>
              <a:gsLst>
                <a:gs pos="0">
                  <a:srgbClr val="EB9109">
                    <a:alpha val="46666"/>
                  </a:srgbClr>
                </a:gs>
                <a:gs pos="78000">
                  <a:srgbClr val="F5F8FF">
                    <a:alpha val="46666"/>
                  </a:srgbClr>
                </a:gs>
                <a:gs pos="100000">
                  <a:srgbClr val="F5F8FF">
                    <a:alpha val="46666"/>
                  </a:srgbClr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" name="Google Shape;46;p11"/>
            <p:cNvGrpSpPr/>
            <p:nvPr/>
          </p:nvGrpSpPr>
          <p:grpSpPr>
            <a:xfrm>
              <a:off x="8337812" y="3492483"/>
              <a:ext cx="699928" cy="1651024"/>
              <a:chOff x="8337812" y="3492483"/>
              <a:chExt cx="699928" cy="1651024"/>
            </a:xfrm>
          </p:grpSpPr>
          <p:sp>
            <p:nvSpPr>
              <p:cNvPr id="47" name="Google Shape;47;p11"/>
              <p:cNvSpPr/>
              <p:nvPr/>
            </p:nvSpPr>
            <p:spPr>
              <a:xfrm>
                <a:off x="8337812" y="3492483"/>
                <a:ext cx="483116" cy="1013645"/>
              </a:xfrm>
              <a:custGeom>
                <a:rect b="b" l="l" r="r" t="t"/>
                <a:pathLst>
                  <a:path extrusionOk="0" h="24714" w="11779">
                    <a:moveTo>
                      <a:pt x="6735" y="1"/>
                    </a:moveTo>
                    <a:lnTo>
                      <a:pt x="1" y="6750"/>
                    </a:lnTo>
                    <a:lnTo>
                      <a:pt x="229" y="6964"/>
                    </a:lnTo>
                    <a:lnTo>
                      <a:pt x="6415" y="763"/>
                    </a:lnTo>
                    <a:lnTo>
                      <a:pt x="6415" y="13165"/>
                    </a:lnTo>
                    <a:lnTo>
                      <a:pt x="11458" y="13165"/>
                    </a:lnTo>
                    <a:lnTo>
                      <a:pt x="11458" y="24713"/>
                    </a:lnTo>
                    <a:lnTo>
                      <a:pt x="11778" y="24713"/>
                    </a:lnTo>
                    <a:lnTo>
                      <a:pt x="11778" y="12860"/>
                    </a:lnTo>
                    <a:lnTo>
                      <a:pt x="6735" y="12860"/>
                    </a:lnTo>
                    <a:lnTo>
                      <a:pt x="6735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11"/>
              <p:cNvSpPr/>
              <p:nvPr/>
            </p:nvSpPr>
            <p:spPr>
              <a:xfrm>
                <a:off x="8698380" y="3916789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49;p11"/>
              <p:cNvSpPr/>
              <p:nvPr/>
            </p:nvSpPr>
            <p:spPr>
              <a:xfrm>
                <a:off x="8790871" y="3823684"/>
                <a:ext cx="246869" cy="1226718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5"/>
                    </a:lnTo>
                    <a:lnTo>
                      <a:pt x="5714" y="305"/>
                    </a:lnTo>
                    <a:lnTo>
                      <a:pt x="5714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gradFill>
                <a:gsLst>
                  <a:gs pos="0">
                    <a:srgbClr val="0C0A9E">
                      <a:alpha val="37254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350003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0" name="Google Shape;50;p11"/>
            <p:cNvGrpSpPr/>
            <p:nvPr/>
          </p:nvGrpSpPr>
          <p:grpSpPr>
            <a:xfrm>
              <a:off x="7945225" y="4302000"/>
              <a:ext cx="904666" cy="726121"/>
              <a:chOff x="7945225" y="4302000"/>
              <a:chExt cx="904666" cy="726121"/>
            </a:xfrm>
          </p:grpSpPr>
          <p:sp>
            <p:nvSpPr>
              <p:cNvPr id="51" name="Google Shape;51;p11"/>
              <p:cNvSpPr/>
              <p:nvPr/>
            </p:nvSpPr>
            <p:spPr>
              <a:xfrm>
                <a:off x="8176775" y="4445200"/>
                <a:ext cx="673116" cy="582921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2;p11"/>
              <p:cNvSpPr/>
              <p:nvPr/>
            </p:nvSpPr>
            <p:spPr>
              <a:xfrm>
                <a:off x="8164350" y="43020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53;p11"/>
              <p:cNvSpPr/>
              <p:nvPr/>
            </p:nvSpPr>
            <p:spPr>
              <a:xfrm>
                <a:off x="7945225" y="4445200"/>
                <a:ext cx="480925" cy="416483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700006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4" name="Google Shape;54;p11"/>
          <p:cNvSpPr txBox="1"/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55" name="Google Shape;55;p11"/>
          <p:cNvSpPr txBox="1"/>
          <p:nvPr>
            <p:ph idx="1" type="subTitle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grpSp>
        <p:nvGrpSpPr>
          <p:cNvPr id="56" name="Google Shape;56;p11"/>
          <p:cNvGrpSpPr/>
          <p:nvPr/>
        </p:nvGrpSpPr>
        <p:grpSpPr>
          <a:xfrm>
            <a:off x="-309885" y="3617406"/>
            <a:ext cx="1448824" cy="2238805"/>
            <a:chOff x="-309885" y="3617406"/>
            <a:chExt cx="1448824" cy="2238805"/>
          </a:xfrm>
        </p:grpSpPr>
        <p:grpSp>
          <p:nvGrpSpPr>
            <p:cNvPr id="57" name="Google Shape;57;p11"/>
            <p:cNvGrpSpPr/>
            <p:nvPr/>
          </p:nvGrpSpPr>
          <p:grpSpPr>
            <a:xfrm>
              <a:off x="-277007" y="3870159"/>
              <a:ext cx="981772" cy="1986052"/>
              <a:chOff x="-293545" y="3454371"/>
              <a:chExt cx="981772" cy="1986052"/>
            </a:xfrm>
          </p:grpSpPr>
          <p:sp>
            <p:nvSpPr>
              <p:cNvPr id="58" name="Google Shape;58;p11"/>
              <p:cNvSpPr/>
              <p:nvPr/>
            </p:nvSpPr>
            <p:spPr>
              <a:xfrm rot="10800000">
                <a:off x="-293545" y="345437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11"/>
              <p:cNvSpPr/>
              <p:nvPr/>
            </p:nvSpPr>
            <p:spPr>
              <a:xfrm rot="10800000">
                <a:off x="-156450" y="3454901"/>
                <a:ext cx="844677" cy="1985522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FFFFFF">
                      <a:alpha val="0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0" name="Google Shape;60;p11"/>
            <p:cNvGrpSpPr/>
            <p:nvPr/>
          </p:nvGrpSpPr>
          <p:grpSpPr>
            <a:xfrm>
              <a:off x="363249" y="4906873"/>
              <a:ext cx="699940" cy="478601"/>
              <a:chOff x="39723" y="4349021"/>
              <a:chExt cx="1061964" cy="726143"/>
            </a:xfrm>
          </p:grpSpPr>
          <p:grpSp>
            <p:nvGrpSpPr>
              <p:cNvPr id="61" name="Google Shape;61;p11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62" name="Google Shape;62;p11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63" name="Google Shape;63;p11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64" name="Google Shape;64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5" name="Google Shape;65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6" name="Google Shape;66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7" name="Google Shape;67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8" name="Google Shape;68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69" name="Google Shape;69;p11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0" name="Google Shape;70;p11"/>
            <p:cNvGrpSpPr/>
            <p:nvPr/>
          </p:nvGrpSpPr>
          <p:grpSpPr>
            <a:xfrm rot="-5400000">
              <a:off x="-461872" y="3769394"/>
              <a:ext cx="1351491" cy="1047516"/>
              <a:chOff x="-2460210" y="2758494"/>
              <a:chExt cx="1351491" cy="1047516"/>
            </a:xfrm>
          </p:grpSpPr>
          <p:sp>
            <p:nvSpPr>
              <p:cNvPr id="71" name="Google Shape;71;p11"/>
              <p:cNvSpPr/>
              <p:nvPr/>
            </p:nvSpPr>
            <p:spPr>
              <a:xfrm rot="-2700000">
                <a:off x="-2341816" y="31085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" name="Google Shape;72;p11"/>
              <p:cNvSpPr/>
              <p:nvPr/>
            </p:nvSpPr>
            <p:spPr>
              <a:xfrm rot="-2700000">
                <a:off x="-2157466" y="30323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" name="Google Shape;73;p11"/>
              <p:cNvSpPr/>
              <p:nvPr/>
            </p:nvSpPr>
            <p:spPr>
              <a:xfrm rot="-2700000">
                <a:off x="-1993591" y="29561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11"/>
              <p:cNvSpPr/>
              <p:nvPr/>
            </p:nvSpPr>
            <p:spPr>
              <a:xfrm rot="-2700000">
                <a:off x="-1809241" y="2879954"/>
                <a:ext cx="582127" cy="575995"/>
              </a:xfrm>
              <a:custGeom>
                <a:rect b="b" l="l" r="r" t="t"/>
                <a:pathLst>
                  <a:path extrusionOk="0" h="35790" w="36171">
                    <a:moveTo>
                      <a:pt x="34030" y="1"/>
                    </a:moveTo>
                    <a:cubicBezTo>
                      <a:pt x="33531" y="1"/>
                      <a:pt x="33032" y="191"/>
                      <a:pt x="32651" y="572"/>
                    </a:cubicBezTo>
                    <a:cubicBezTo>
                      <a:pt x="31890" y="1334"/>
                      <a:pt x="31890" y="2568"/>
                      <a:pt x="32651" y="3330"/>
                    </a:cubicBezTo>
                    <a:cubicBezTo>
                      <a:pt x="33032" y="3711"/>
                      <a:pt x="33531" y="3901"/>
                      <a:pt x="34030" y="3901"/>
                    </a:cubicBezTo>
                    <a:cubicBezTo>
                      <a:pt x="34529" y="3901"/>
                      <a:pt x="35028" y="3711"/>
                      <a:pt x="35409" y="3330"/>
                    </a:cubicBezTo>
                    <a:cubicBezTo>
                      <a:pt x="36171" y="2568"/>
                      <a:pt x="36171" y="1334"/>
                      <a:pt x="35409" y="572"/>
                    </a:cubicBezTo>
                    <a:cubicBezTo>
                      <a:pt x="35028" y="191"/>
                      <a:pt x="34529" y="1"/>
                      <a:pt x="34030" y="1"/>
                    </a:cubicBezTo>
                    <a:close/>
                    <a:moveTo>
                      <a:pt x="27662" y="6385"/>
                    </a:moveTo>
                    <a:cubicBezTo>
                      <a:pt x="27163" y="6385"/>
                      <a:pt x="26664" y="6575"/>
                      <a:pt x="26283" y="6956"/>
                    </a:cubicBezTo>
                    <a:cubicBezTo>
                      <a:pt x="25521" y="7718"/>
                      <a:pt x="25521" y="8952"/>
                      <a:pt x="26283" y="9714"/>
                    </a:cubicBezTo>
                    <a:cubicBezTo>
                      <a:pt x="26664" y="10095"/>
                      <a:pt x="27163" y="10285"/>
                      <a:pt x="27662" y="10285"/>
                    </a:cubicBezTo>
                    <a:cubicBezTo>
                      <a:pt x="28161" y="10285"/>
                      <a:pt x="28660" y="10095"/>
                      <a:pt x="29040" y="9714"/>
                    </a:cubicBezTo>
                    <a:cubicBezTo>
                      <a:pt x="29802" y="8952"/>
                      <a:pt x="29802" y="7718"/>
                      <a:pt x="29040" y="6956"/>
                    </a:cubicBezTo>
                    <a:cubicBezTo>
                      <a:pt x="28660" y="6575"/>
                      <a:pt x="28161" y="6385"/>
                      <a:pt x="27662" y="6385"/>
                    </a:cubicBezTo>
                    <a:close/>
                    <a:moveTo>
                      <a:pt x="21285" y="12753"/>
                    </a:moveTo>
                    <a:cubicBezTo>
                      <a:pt x="20783" y="12753"/>
                      <a:pt x="20280" y="12944"/>
                      <a:pt x="19899" y="13325"/>
                    </a:cubicBezTo>
                    <a:cubicBezTo>
                      <a:pt x="19137" y="14086"/>
                      <a:pt x="19137" y="15336"/>
                      <a:pt x="19899" y="16097"/>
                    </a:cubicBezTo>
                    <a:cubicBezTo>
                      <a:pt x="20280" y="16478"/>
                      <a:pt x="20783" y="16669"/>
                      <a:pt x="21285" y="16669"/>
                    </a:cubicBezTo>
                    <a:cubicBezTo>
                      <a:pt x="21788" y="16669"/>
                      <a:pt x="22291" y="16478"/>
                      <a:pt x="22672" y="16097"/>
                    </a:cubicBezTo>
                    <a:cubicBezTo>
                      <a:pt x="23434" y="15336"/>
                      <a:pt x="23434" y="14086"/>
                      <a:pt x="22672" y="13325"/>
                    </a:cubicBezTo>
                    <a:cubicBezTo>
                      <a:pt x="22291" y="12944"/>
                      <a:pt x="21788" y="12753"/>
                      <a:pt x="21285" y="12753"/>
                    </a:cubicBezTo>
                    <a:close/>
                    <a:moveTo>
                      <a:pt x="14917" y="19128"/>
                    </a:moveTo>
                    <a:cubicBezTo>
                      <a:pt x="14415" y="19128"/>
                      <a:pt x="13913" y="19318"/>
                      <a:pt x="13530" y="19693"/>
                    </a:cubicBezTo>
                    <a:cubicBezTo>
                      <a:pt x="12768" y="20455"/>
                      <a:pt x="12768" y="21689"/>
                      <a:pt x="13530" y="22451"/>
                    </a:cubicBezTo>
                    <a:cubicBezTo>
                      <a:pt x="13911" y="22832"/>
                      <a:pt x="14410" y="23022"/>
                      <a:pt x="14909" y="23022"/>
                    </a:cubicBezTo>
                    <a:cubicBezTo>
                      <a:pt x="15408" y="23022"/>
                      <a:pt x="15907" y="22832"/>
                      <a:pt x="16288" y="22451"/>
                    </a:cubicBezTo>
                    <a:cubicBezTo>
                      <a:pt x="17050" y="21689"/>
                      <a:pt x="17050" y="20455"/>
                      <a:pt x="16288" y="19693"/>
                    </a:cubicBezTo>
                    <a:cubicBezTo>
                      <a:pt x="15909" y="19314"/>
                      <a:pt x="15413" y="19128"/>
                      <a:pt x="14917" y="19128"/>
                    </a:cubicBezTo>
                    <a:close/>
                    <a:moveTo>
                      <a:pt x="8525" y="25506"/>
                    </a:moveTo>
                    <a:cubicBezTo>
                      <a:pt x="8026" y="25506"/>
                      <a:pt x="7527" y="25696"/>
                      <a:pt x="7146" y="26077"/>
                    </a:cubicBezTo>
                    <a:cubicBezTo>
                      <a:pt x="6385" y="26839"/>
                      <a:pt x="6385" y="28073"/>
                      <a:pt x="7146" y="28835"/>
                    </a:cubicBezTo>
                    <a:cubicBezTo>
                      <a:pt x="7527" y="29216"/>
                      <a:pt x="8026" y="29406"/>
                      <a:pt x="8525" y="29406"/>
                    </a:cubicBezTo>
                    <a:cubicBezTo>
                      <a:pt x="9024" y="29406"/>
                      <a:pt x="9523" y="29216"/>
                      <a:pt x="9904" y="28835"/>
                    </a:cubicBezTo>
                    <a:cubicBezTo>
                      <a:pt x="10666" y="28073"/>
                      <a:pt x="10666" y="26839"/>
                      <a:pt x="9904" y="26077"/>
                    </a:cubicBezTo>
                    <a:cubicBezTo>
                      <a:pt x="9523" y="25696"/>
                      <a:pt x="9024" y="25506"/>
                      <a:pt x="8525" y="25506"/>
                    </a:cubicBezTo>
                    <a:close/>
                    <a:moveTo>
                      <a:pt x="2141" y="31874"/>
                    </a:moveTo>
                    <a:cubicBezTo>
                      <a:pt x="1642" y="31874"/>
                      <a:pt x="1143" y="32065"/>
                      <a:pt x="763" y="32446"/>
                    </a:cubicBezTo>
                    <a:cubicBezTo>
                      <a:pt x="1" y="33207"/>
                      <a:pt x="1" y="34457"/>
                      <a:pt x="763" y="35219"/>
                    </a:cubicBezTo>
                    <a:cubicBezTo>
                      <a:pt x="1143" y="35599"/>
                      <a:pt x="1642" y="35790"/>
                      <a:pt x="2141" y="35790"/>
                    </a:cubicBezTo>
                    <a:cubicBezTo>
                      <a:pt x="2640" y="35790"/>
                      <a:pt x="3139" y="35599"/>
                      <a:pt x="3520" y="35219"/>
                    </a:cubicBezTo>
                    <a:cubicBezTo>
                      <a:pt x="4282" y="34457"/>
                      <a:pt x="4282" y="33207"/>
                      <a:pt x="3520" y="32446"/>
                    </a:cubicBezTo>
                    <a:cubicBezTo>
                      <a:pt x="3139" y="32065"/>
                      <a:pt x="2640" y="31874"/>
                      <a:pt x="2141" y="31874"/>
                    </a:cubicBez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5" name="Google Shape;75;p11"/>
            <p:cNvGrpSpPr/>
            <p:nvPr/>
          </p:nvGrpSpPr>
          <p:grpSpPr>
            <a:xfrm>
              <a:off x="438999" y="4567398"/>
              <a:ext cx="699940" cy="478601"/>
              <a:chOff x="39723" y="4349021"/>
              <a:chExt cx="1061964" cy="726143"/>
            </a:xfrm>
          </p:grpSpPr>
          <p:grpSp>
            <p:nvGrpSpPr>
              <p:cNvPr id="76" name="Google Shape;76;p11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77" name="Google Shape;77;p11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78" name="Google Shape;78;p11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79" name="Google Shape;79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0" name="Google Shape;80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1" name="Google Shape;81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2" name="Google Shape;82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3" name="Google Shape;83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84" name="Google Shape;84;p11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5" name="Google Shape;85;p11"/>
            <p:cNvGrpSpPr/>
            <p:nvPr/>
          </p:nvGrpSpPr>
          <p:grpSpPr>
            <a:xfrm>
              <a:off x="-65076" y="4623886"/>
              <a:ext cx="699940" cy="478601"/>
              <a:chOff x="39723" y="4349021"/>
              <a:chExt cx="1061964" cy="726143"/>
            </a:xfrm>
          </p:grpSpPr>
          <p:grpSp>
            <p:nvGrpSpPr>
              <p:cNvPr id="86" name="Google Shape;86;p11"/>
              <p:cNvGrpSpPr/>
              <p:nvPr/>
            </p:nvGrpSpPr>
            <p:grpSpPr>
              <a:xfrm rot="2700000">
                <a:off x="140502" y="4460924"/>
                <a:ext cx="524584" cy="502337"/>
                <a:chOff x="1189791" y="-1767331"/>
                <a:chExt cx="904284" cy="865933"/>
              </a:xfrm>
            </p:grpSpPr>
            <p:sp>
              <p:nvSpPr>
                <p:cNvPr id="87" name="Google Shape;87;p11"/>
                <p:cNvSpPr/>
                <p:nvPr/>
              </p:nvSpPr>
              <p:spPr>
                <a:xfrm>
                  <a:off x="1189791" y="-1767331"/>
                  <a:ext cx="904284" cy="865933"/>
                </a:xfrm>
                <a:custGeom>
                  <a:rect b="b" l="l" r="r" t="t"/>
                  <a:pathLst>
                    <a:path extrusionOk="0" h="35337" w="36902">
                      <a:moveTo>
                        <a:pt x="18449" y="1"/>
                      </a:moveTo>
                      <a:cubicBezTo>
                        <a:pt x="16409" y="1"/>
                        <a:pt x="14368" y="778"/>
                        <a:pt x="12814" y="2332"/>
                      </a:cubicBezTo>
                      <a:lnTo>
                        <a:pt x="3108" y="12037"/>
                      </a:lnTo>
                      <a:cubicBezTo>
                        <a:pt x="0" y="15145"/>
                        <a:pt x="0" y="20189"/>
                        <a:pt x="3108" y="23297"/>
                      </a:cubicBezTo>
                      <a:lnTo>
                        <a:pt x="12814" y="33017"/>
                      </a:lnTo>
                      <a:cubicBezTo>
                        <a:pt x="14368" y="34564"/>
                        <a:pt x="16405" y="35337"/>
                        <a:pt x="18443" y="35337"/>
                      </a:cubicBezTo>
                      <a:cubicBezTo>
                        <a:pt x="20481" y="35337"/>
                        <a:pt x="22519" y="34564"/>
                        <a:pt x="24073" y="33017"/>
                      </a:cubicBezTo>
                      <a:lnTo>
                        <a:pt x="33794" y="23297"/>
                      </a:lnTo>
                      <a:cubicBezTo>
                        <a:pt x="36902" y="20189"/>
                        <a:pt x="36902" y="15145"/>
                        <a:pt x="33794" y="12037"/>
                      </a:cubicBezTo>
                      <a:lnTo>
                        <a:pt x="24073" y="2332"/>
                      </a:lnTo>
                      <a:cubicBezTo>
                        <a:pt x="22527" y="778"/>
                        <a:pt x="20489" y="1"/>
                        <a:pt x="1844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grpSp>
              <p:nvGrpSpPr>
                <p:cNvPr id="88" name="Google Shape;88;p11"/>
                <p:cNvGrpSpPr/>
                <p:nvPr/>
              </p:nvGrpSpPr>
              <p:grpSpPr>
                <a:xfrm>
                  <a:off x="1232795" y="-1740829"/>
                  <a:ext cx="717622" cy="717393"/>
                  <a:chOff x="1483457" y="3953671"/>
                  <a:chExt cx="717622" cy="717393"/>
                </a:xfrm>
              </p:grpSpPr>
              <p:sp>
                <p:nvSpPr>
                  <p:cNvPr id="89" name="Google Shape;89;p11"/>
                  <p:cNvSpPr/>
                  <p:nvPr/>
                </p:nvSpPr>
                <p:spPr>
                  <a:xfrm>
                    <a:off x="1483457" y="425726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0" name="Google Shape;90;p11"/>
                  <p:cNvSpPr/>
                  <p:nvPr/>
                </p:nvSpPr>
                <p:spPr>
                  <a:xfrm>
                    <a:off x="1559470" y="418148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0" y="382"/>
                        </a:lnTo>
                        <a:lnTo>
                          <a:pt x="26739" y="27121"/>
                        </a:lnTo>
                        <a:lnTo>
                          <a:pt x="27120" y="26740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1" name="Google Shape;91;p11"/>
                  <p:cNvSpPr/>
                  <p:nvPr/>
                </p:nvSpPr>
                <p:spPr>
                  <a:xfrm>
                    <a:off x="1635483" y="4105239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66" y="1"/>
                        </a:moveTo>
                        <a:lnTo>
                          <a:pt x="1" y="381"/>
                        </a:lnTo>
                        <a:lnTo>
                          <a:pt x="26740" y="27120"/>
                        </a:lnTo>
                        <a:lnTo>
                          <a:pt x="27121" y="26755"/>
                        </a:lnTo>
                        <a:lnTo>
                          <a:pt x="366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2" name="Google Shape;92;p11"/>
                  <p:cNvSpPr/>
                  <p:nvPr/>
                </p:nvSpPr>
                <p:spPr>
                  <a:xfrm>
                    <a:off x="1711267" y="4029455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1" y="1"/>
                        </a:moveTo>
                        <a:lnTo>
                          <a:pt x="0" y="382"/>
                        </a:lnTo>
                        <a:lnTo>
                          <a:pt x="26755" y="27121"/>
                        </a:lnTo>
                        <a:lnTo>
                          <a:pt x="27120" y="26755"/>
                        </a:lnTo>
                        <a:lnTo>
                          <a:pt x="381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3" name="Google Shape;93;p11"/>
                  <p:cNvSpPr/>
                  <p:nvPr/>
                </p:nvSpPr>
                <p:spPr>
                  <a:xfrm>
                    <a:off x="1787280" y="3953671"/>
                    <a:ext cx="413799" cy="413799"/>
                  </a:xfrm>
                  <a:custGeom>
                    <a:rect b="b" l="l" r="r" t="t"/>
                    <a:pathLst>
                      <a:path extrusionOk="0" h="27121" w="27121">
                        <a:moveTo>
                          <a:pt x="382" y="1"/>
                        </a:moveTo>
                        <a:lnTo>
                          <a:pt x="1" y="382"/>
                        </a:lnTo>
                        <a:lnTo>
                          <a:pt x="26740" y="27121"/>
                        </a:lnTo>
                        <a:lnTo>
                          <a:pt x="27121" y="26740"/>
                        </a:lnTo>
                        <a:lnTo>
                          <a:pt x="382" y="1"/>
                        </a:lnTo>
                        <a:close/>
                      </a:path>
                    </a:pathLst>
                  </a:custGeom>
                  <a:gradFill>
                    <a:gsLst>
                      <a:gs pos="0">
                        <a:srgbClr val="9900FF">
                          <a:alpha val="46666"/>
                        </a:srgbClr>
                      </a:gs>
                      <a:gs pos="100000">
                        <a:srgbClr val="FFFFFF">
                          <a:alpha val="46666"/>
                        </a:srgbClr>
                      </a:gs>
                    </a:gsLst>
                    <a:lin ang="5400700" scaled="0"/>
                  </a:gra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marR="0" rtl="0" algn="l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r>
                      <a:t/>
                    </a:r>
                    <a:endParaRPr b="0" i="0" sz="1400" u="none" cap="none" strike="noStrike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</p:grpSp>
          <p:sp>
            <p:nvSpPr>
              <p:cNvPr id="94" name="Google Shape;94;p11"/>
              <p:cNvSpPr/>
              <p:nvPr/>
            </p:nvSpPr>
            <p:spPr>
              <a:xfrm rot="-2700000">
                <a:off x="542534" y="4469276"/>
                <a:ext cx="492898" cy="391560"/>
              </a:xfrm>
              <a:custGeom>
                <a:rect b="b" l="l" r="r" t="t"/>
                <a:pathLst>
                  <a:path extrusionOk="0" h="35440" w="44612">
                    <a:moveTo>
                      <a:pt x="40817" y="1"/>
                    </a:moveTo>
                    <a:lnTo>
                      <a:pt x="37420" y="3383"/>
                    </a:lnTo>
                    <a:lnTo>
                      <a:pt x="41213" y="7177"/>
                    </a:lnTo>
                    <a:lnTo>
                      <a:pt x="44611" y="3779"/>
                    </a:lnTo>
                    <a:lnTo>
                      <a:pt x="40817" y="1"/>
                    </a:lnTo>
                    <a:close/>
                    <a:moveTo>
                      <a:pt x="22184" y="4099"/>
                    </a:moveTo>
                    <a:lnTo>
                      <a:pt x="18801" y="7482"/>
                    </a:lnTo>
                    <a:lnTo>
                      <a:pt x="22595" y="11275"/>
                    </a:lnTo>
                    <a:lnTo>
                      <a:pt x="25978" y="7878"/>
                    </a:lnTo>
                    <a:lnTo>
                      <a:pt x="22184" y="4099"/>
                    </a:lnTo>
                    <a:close/>
                    <a:moveTo>
                      <a:pt x="15983" y="10300"/>
                    </a:moveTo>
                    <a:lnTo>
                      <a:pt x="12585" y="13698"/>
                    </a:lnTo>
                    <a:lnTo>
                      <a:pt x="16379" y="17476"/>
                    </a:lnTo>
                    <a:lnTo>
                      <a:pt x="19776" y="14094"/>
                    </a:lnTo>
                    <a:lnTo>
                      <a:pt x="15983" y="10300"/>
                    </a:lnTo>
                    <a:close/>
                    <a:moveTo>
                      <a:pt x="9431" y="16852"/>
                    </a:moveTo>
                    <a:lnTo>
                      <a:pt x="6034" y="20249"/>
                    </a:lnTo>
                    <a:lnTo>
                      <a:pt x="15190" y="29406"/>
                    </a:lnTo>
                    <a:lnTo>
                      <a:pt x="18588" y="26008"/>
                    </a:lnTo>
                    <a:lnTo>
                      <a:pt x="9431" y="16852"/>
                    </a:lnTo>
                    <a:close/>
                    <a:moveTo>
                      <a:pt x="3383" y="22885"/>
                    </a:moveTo>
                    <a:lnTo>
                      <a:pt x="0" y="26283"/>
                    </a:lnTo>
                    <a:lnTo>
                      <a:pt x="9157" y="35440"/>
                    </a:lnTo>
                    <a:lnTo>
                      <a:pt x="12555" y="32057"/>
                    </a:lnTo>
                    <a:lnTo>
                      <a:pt x="3383" y="22885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ONE_COLUMN_TEXT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97" name="Google Shape;97;p12"/>
          <p:cNvSpPr txBox="1"/>
          <p:nvPr>
            <p:ph idx="1" type="subTitle"/>
          </p:nvPr>
        </p:nvSpPr>
        <p:spPr>
          <a:xfrm>
            <a:off x="4881006" y="1786675"/>
            <a:ext cx="3543000" cy="18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2"/>
          <p:cNvSpPr txBox="1"/>
          <p:nvPr>
            <p:ph idx="2" type="subTitle"/>
          </p:nvPr>
        </p:nvSpPr>
        <p:spPr>
          <a:xfrm>
            <a:off x="720000" y="1786675"/>
            <a:ext cx="3543000" cy="18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99" name="Google Shape;99;p12"/>
          <p:cNvGrpSpPr/>
          <p:nvPr/>
        </p:nvGrpSpPr>
        <p:grpSpPr>
          <a:xfrm>
            <a:off x="-96328" y="4888563"/>
            <a:ext cx="1590409" cy="88126"/>
            <a:chOff x="124625" y="4953514"/>
            <a:chExt cx="1137388" cy="88143"/>
          </a:xfrm>
        </p:grpSpPr>
        <p:sp>
          <p:nvSpPr>
            <p:cNvPr id="100" name="Google Shape;100;p12"/>
            <p:cNvSpPr/>
            <p:nvPr/>
          </p:nvSpPr>
          <p:spPr>
            <a:xfrm rot="5400000">
              <a:off x="687043" y="4391096"/>
              <a:ext cx="12551" cy="1137387"/>
            </a:xfrm>
            <a:custGeom>
              <a:rect b="b" l="l" r="r" t="t"/>
              <a:pathLst>
                <a:path extrusionOk="0" h="27731" w="306">
                  <a:moveTo>
                    <a:pt x="1" y="1"/>
                  </a:moveTo>
                  <a:lnTo>
                    <a:pt x="1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46666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2"/>
            <p:cNvSpPr/>
            <p:nvPr/>
          </p:nvSpPr>
          <p:spPr>
            <a:xfrm rot="5400000">
              <a:off x="687063" y="4466709"/>
              <a:ext cx="12510" cy="1137387"/>
            </a:xfrm>
            <a:custGeom>
              <a:rect b="b" l="l" r="r" t="t"/>
              <a:pathLst>
                <a:path extrusionOk="0" h="27731" w="305">
                  <a:moveTo>
                    <a:pt x="0" y="1"/>
                  </a:moveTo>
                  <a:lnTo>
                    <a:pt x="0" y="27730"/>
                  </a:lnTo>
                  <a:lnTo>
                    <a:pt x="305" y="27730"/>
                  </a:lnTo>
                  <a:lnTo>
                    <a:pt x="305" y="1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46666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" name="Google Shape;102;p12"/>
          <p:cNvGrpSpPr/>
          <p:nvPr/>
        </p:nvGrpSpPr>
        <p:grpSpPr>
          <a:xfrm>
            <a:off x="6883700" y="1385725"/>
            <a:ext cx="4028179" cy="5283555"/>
            <a:chOff x="6883700" y="1385725"/>
            <a:chExt cx="4028179" cy="5283555"/>
          </a:xfrm>
        </p:grpSpPr>
        <p:sp>
          <p:nvSpPr>
            <p:cNvPr id="103" name="Google Shape;103;p12"/>
            <p:cNvSpPr/>
            <p:nvPr/>
          </p:nvSpPr>
          <p:spPr>
            <a:xfrm>
              <a:off x="6883700" y="1407586"/>
              <a:ext cx="4006263" cy="4749291"/>
            </a:xfrm>
            <a:custGeom>
              <a:rect b="b" l="l" r="r" t="t"/>
              <a:pathLst>
                <a:path extrusionOk="0" h="115794" w="97678">
                  <a:moveTo>
                    <a:pt x="97449" y="0"/>
                  </a:moveTo>
                  <a:lnTo>
                    <a:pt x="76805" y="20645"/>
                  </a:lnTo>
                  <a:lnTo>
                    <a:pt x="76744" y="20691"/>
                  </a:lnTo>
                  <a:lnTo>
                    <a:pt x="76744" y="35927"/>
                  </a:lnTo>
                  <a:lnTo>
                    <a:pt x="63107" y="49563"/>
                  </a:lnTo>
                  <a:lnTo>
                    <a:pt x="63077" y="49608"/>
                  </a:lnTo>
                  <a:lnTo>
                    <a:pt x="63077" y="56571"/>
                  </a:lnTo>
                  <a:lnTo>
                    <a:pt x="61005" y="58659"/>
                  </a:lnTo>
                  <a:lnTo>
                    <a:pt x="61005" y="62407"/>
                  </a:lnTo>
                  <a:lnTo>
                    <a:pt x="52473" y="70939"/>
                  </a:lnTo>
                  <a:lnTo>
                    <a:pt x="52412" y="70969"/>
                  </a:lnTo>
                  <a:lnTo>
                    <a:pt x="52412" y="78541"/>
                  </a:lnTo>
                  <a:lnTo>
                    <a:pt x="46912" y="84057"/>
                  </a:lnTo>
                  <a:lnTo>
                    <a:pt x="46912" y="89633"/>
                  </a:lnTo>
                  <a:lnTo>
                    <a:pt x="33123" y="103406"/>
                  </a:lnTo>
                  <a:lnTo>
                    <a:pt x="12174" y="103406"/>
                  </a:lnTo>
                  <a:lnTo>
                    <a:pt x="0" y="115565"/>
                  </a:lnTo>
                  <a:lnTo>
                    <a:pt x="229" y="115793"/>
                  </a:lnTo>
                  <a:lnTo>
                    <a:pt x="12280" y="103711"/>
                  </a:lnTo>
                  <a:lnTo>
                    <a:pt x="33245" y="103711"/>
                  </a:lnTo>
                  <a:lnTo>
                    <a:pt x="47155" y="89801"/>
                  </a:lnTo>
                  <a:lnTo>
                    <a:pt x="47216" y="89770"/>
                  </a:lnTo>
                  <a:lnTo>
                    <a:pt x="47216" y="84179"/>
                  </a:lnTo>
                  <a:lnTo>
                    <a:pt x="52732" y="78663"/>
                  </a:lnTo>
                  <a:lnTo>
                    <a:pt x="52732" y="71106"/>
                  </a:lnTo>
                  <a:lnTo>
                    <a:pt x="61264" y="62574"/>
                  </a:lnTo>
                  <a:lnTo>
                    <a:pt x="61310" y="62513"/>
                  </a:lnTo>
                  <a:lnTo>
                    <a:pt x="61310" y="58780"/>
                  </a:lnTo>
                  <a:lnTo>
                    <a:pt x="63382" y="56708"/>
                  </a:lnTo>
                  <a:lnTo>
                    <a:pt x="63382" y="49730"/>
                  </a:lnTo>
                  <a:lnTo>
                    <a:pt x="77018" y="36109"/>
                  </a:lnTo>
                  <a:lnTo>
                    <a:pt x="77048" y="36064"/>
                  </a:lnTo>
                  <a:lnTo>
                    <a:pt x="77048" y="20828"/>
                  </a:lnTo>
                  <a:lnTo>
                    <a:pt x="97678" y="198"/>
                  </a:lnTo>
                  <a:lnTo>
                    <a:pt x="97449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2"/>
            <p:cNvSpPr/>
            <p:nvPr/>
          </p:nvSpPr>
          <p:spPr>
            <a:xfrm>
              <a:off x="7842318" y="1385725"/>
              <a:ext cx="2925190" cy="3057668"/>
            </a:xfrm>
            <a:custGeom>
              <a:rect b="b" l="l" r="r" t="t"/>
              <a:pathLst>
                <a:path extrusionOk="0" h="74550" w="71320">
                  <a:moveTo>
                    <a:pt x="71091" y="0"/>
                  </a:moveTo>
                  <a:lnTo>
                    <a:pt x="59679" y="11397"/>
                  </a:lnTo>
                  <a:lnTo>
                    <a:pt x="54895" y="11397"/>
                  </a:lnTo>
                  <a:lnTo>
                    <a:pt x="41015" y="25307"/>
                  </a:lnTo>
                  <a:lnTo>
                    <a:pt x="40954" y="25337"/>
                  </a:lnTo>
                  <a:lnTo>
                    <a:pt x="40954" y="42325"/>
                  </a:lnTo>
                  <a:lnTo>
                    <a:pt x="31767" y="51528"/>
                  </a:lnTo>
                  <a:lnTo>
                    <a:pt x="31721" y="51574"/>
                  </a:lnTo>
                  <a:lnTo>
                    <a:pt x="31721" y="59237"/>
                  </a:lnTo>
                  <a:lnTo>
                    <a:pt x="22824" y="68135"/>
                  </a:lnTo>
                  <a:lnTo>
                    <a:pt x="6186" y="68135"/>
                  </a:lnTo>
                  <a:lnTo>
                    <a:pt x="0" y="74321"/>
                  </a:lnTo>
                  <a:lnTo>
                    <a:pt x="229" y="74549"/>
                  </a:lnTo>
                  <a:lnTo>
                    <a:pt x="6323" y="68455"/>
                  </a:lnTo>
                  <a:lnTo>
                    <a:pt x="22945" y="68455"/>
                  </a:lnTo>
                  <a:lnTo>
                    <a:pt x="31980" y="59420"/>
                  </a:lnTo>
                  <a:lnTo>
                    <a:pt x="32026" y="59374"/>
                  </a:lnTo>
                  <a:lnTo>
                    <a:pt x="32026" y="51695"/>
                  </a:lnTo>
                  <a:lnTo>
                    <a:pt x="41229" y="42508"/>
                  </a:lnTo>
                  <a:lnTo>
                    <a:pt x="41259" y="42463"/>
                  </a:lnTo>
                  <a:lnTo>
                    <a:pt x="41259" y="25475"/>
                  </a:lnTo>
                  <a:lnTo>
                    <a:pt x="55032" y="11732"/>
                  </a:lnTo>
                  <a:lnTo>
                    <a:pt x="59786" y="11732"/>
                  </a:lnTo>
                  <a:lnTo>
                    <a:pt x="71320" y="213"/>
                  </a:lnTo>
                  <a:lnTo>
                    <a:pt x="71091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2"/>
            <p:cNvSpPr/>
            <p:nvPr/>
          </p:nvSpPr>
          <p:spPr>
            <a:xfrm>
              <a:off x="7734200" y="2571774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2"/>
            <p:cNvSpPr/>
            <p:nvPr/>
          </p:nvSpPr>
          <p:spPr>
            <a:xfrm>
              <a:off x="7758564" y="1550075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" name="Google Shape;107;p12"/>
          <p:cNvGrpSpPr/>
          <p:nvPr/>
        </p:nvGrpSpPr>
        <p:grpSpPr>
          <a:xfrm>
            <a:off x="4598006" y="-1699037"/>
            <a:ext cx="5579795" cy="3203424"/>
            <a:chOff x="4521806" y="-1546637"/>
            <a:chExt cx="5579795" cy="3203424"/>
          </a:xfrm>
        </p:grpSpPr>
        <p:grpSp>
          <p:nvGrpSpPr>
            <p:cNvPr id="108" name="Google Shape;108;p12"/>
            <p:cNvGrpSpPr/>
            <p:nvPr/>
          </p:nvGrpSpPr>
          <p:grpSpPr>
            <a:xfrm>
              <a:off x="4619858" y="-154439"/>
              <a:ext cx="916824" cy="700199"/>
              <a:chOff x="4619858" y="-154439"/>
              <a:chExt cx="916824" cy="700199"/>
            </a:xfrm>
          </p:grpSpPr>
          <p:sp>
            <p:nvSpPr>
              <p:cNvPr id="109" name="Google Shape;109;p12"/>
              <p:cNvSpPr/>
              <p:nvPr/>
            </p:nvSpPr>
            <p:spPr>
              <a:xfrm>
                <a:off x="4823308" y="126723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12"/>
              <p:cNvSpPr/>
              <p:nvPr/>
            </p:nvSpPr>
            <p:spPr>
              <a:xfrm>
                <a:off x="4619858" y="-114577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12"/>
              <p:cNvSpPr/>
              <p:nvPr/>
            </p:nvSpPr>
            <p:spPr>
              <a:xfrm>
                <a:off x="5052808" y="-154439"/>
                <a:ext cx="483874" cy="419037"/>
              </a:xfrm>
              <a:custGeom>
                <a:rect b="b" l="l" r="r" t="t"/>
                <a:pathLst>
                  <a:path extrusionOk="0" h="44413" w="51285">
                    <a:moveTo>
                      <a:pt x="12814" y="0"/>
                    </a:moveTo>
                    <a:lnTo>
                      <a:pt x="0" y="22199"/>
                    </a:lnTo>
                    <a:lnTo>
                      <a:pt x="12814" y="44413"/>
                    </a:lnTo>
                    <a:lnTo>
                      <a:pt x="38471" y="44413"/>
                    </a:lnTo>
                    <a:lnTo>
                      <a:pt x="51285" y="22199"/>
                    </a:lnTo>
                    <a:lnTo>
                      <a:pt x="38471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112" name="Google Shape;112;p12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5904350" y="-1546637"/>
              <a:ext cx="4197251" cy="32034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3" name="Google Shape;113;p12"/>
            <p:cNvSpPr/>
            <p:nvPr/>
          </p:nvSpPr>
          <p:spPr>
            <a:xfrm rot="-5400000">
              <a:off x="5282845" y="-1058949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1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64"/>
                    <a:pt x="23632" y="11321"/>
                    <a:pt x="23632" y="11808"/>
                  </a:cubicBezTo>
                  <a:cubicBezTo>
                    <a:pt x="23632" y="12311"/>
                    <a:pt x="23434" y="12768"/>
                    <a:pt x="23098" y="13104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5"/>
                  </a:lnTo>
                  <a:cubicBezTo>
                    <a:pt x="16547" y="11489"/>
                    <a:pt x="16029" y="11260"/>
                    <a:pt x="15435" y="11260"/>
                  </a:cubicBezTo>
                  <a:cubicBezTo>
                    <a:pt x="14841" y="11260"/>
                    <a:pt x="14307" y="11489"/>
                    <a:pt x="13911" y="11885"/>
                  </a:cubicBezTo>
                  <a:lnTo>
                    <a:pt x="12525" y="13271"/>
                  </a:lnTo>
                  <a:cubicBezTo>
                    <a:pt x="12129" y="13698"/>
                    <a:pt x="11900" y="14231"/>
                    <a:pt x="11900" y="14795"/>
                  </a:cubicBezTo>
                  <a:cubicBezTo>
                    <a:pt x="11900" y="15374"/>
                    <a:pt x="12129" y="15922"/>
                    <a:pt x="12525" y="16318"/>
                  </a:cubicBezTo>
                  <a:cubicBezTo>
                    <a:pt x="12860" y="16669"/>
                    <a:pt x="13058" y="17126"/>
                    <a:pt x="13058" y="17629"/>
                  </a:cubicBezTo>
                  <a:cubicBezTo>
                    <a:pt x="13058" y="18116"/>
                    <a:pt x="12860" y="18573"/>
                    <a:pt x="12525" y="18924"/>
                  </a:cubicBezTo>
                  <a:lnTo>
                    <a:pt x="11489" y="19944"/>
                  </a:lnTo>
                  <a:cubicBezTo>
                    <a:pt x="11154" y="20295"/>
                    <a:pt x="10696" y="20478"/>
                    <a:pt x="10209" y="20478"/>
                  </a:cubicBezTo>
                  <a:lnTo>
                    <a:pt x="9569" y="20478"/>
                  </a:lnTo>
                  <a:cubicBezTo>
                    <a:pt x="8990" y="20478"/>
                    <a:pt x="8457" y="20706"/>
                    <a:pt x="8045" y="21102"/>
                  </a:cubicBezTo>
                  <a:lnTo>
                    <a:pt x="3353" y="25810"/>
                  </a:lnTo>
                  <a:cubicBezTo>
                    <a:pt x="2515" y="26648"/>
                    <a:pt x="2515" y="28004"/>
                    <a:pt x="3353" y="28842"/>
                  </a:cubicBezTo>
                  <a:lnTo>
                    <a:pt x="10529" y="36018"/>
                  </a:lnTo>
                  <a:cubicBezTo>
                    <a:pt x="10864" y="36369"/>
                    <a:pt x="11062" y="36826"/>
                    <a:pt x="11062" y="37313"/>
                  </a:cubicBezTo>
                  <a:cubicBezTo>
                    <a:pt x="11062" y="37801"/>
                    <a:pt x="10864" y="38273"/>
                    <a:pt x="10529" y="38608"/>
                  </a:cubicBezTo>
                  <a:lnTo>
                    <a:pt x="8198" y="40940"/>
                  </a:lnTo>
                  <a:cubicBezTo>
                    <a:pt x="7802" y="41351"/>
                    <a:pt x="7573" y="41884"/>
                    <a:pt x="7573" y="42463"/>
                  </a:cubicBezTo>
                  <a:lnTo>
                    <a:pt x="7573" y="47720"/>
                  </a:lnTo>
                  <a:cubicBezTo>
                    <a:pt x="7573" y="48207"/>
                    <a:pt x="7390" y="48664"/>
                    <a:pt x="7040" y="49015"/>
                  </a:cubicBezTo>
                  <a:lnTo>
                    <a:pt x="1" y="56054"/>
                  </a:lnTo>
                  <a:lnTo>
                    <a:pt x="199" y="56267"/>
                  </a:lnTo>
                  <a:lnTo>
                    <a:pt x="7268" y="49274"/>
                  </a:lnTo>
                  <a:cubicBezTo>
                    <a:pt x="7664" y="48862"/>
                    <a:pt x="7893" y="48329"/>
                    <a:pt x="7893" y="47750"/>
                  </a:cubicBezTo>
                  <a:lnTo>
                    <a:pt x="7893" y="42494"/>
                  </a:lnTo>
                  <a:cubicBezTo>
                    <a:pt x="7893" y="42006"/>
                    <a:pt x="8091" y="41549"/>
                    <a:pt x="8426" y="41199"/>
                  </a:cubicBezTo>
                  <a:lnTo>
                    <a:pt x="10757" y="38883"/>
                  </a:lnTo>
                  <a:cubicBezTo>
                    <a:pt x="11154" y="38456"/>
                    <a:pt x="11382" y="37923"/>
                    <a:pt x="11382" y="37359"/>
                  </a:cubicBezTo>
                  <a:cubicBezTo>
                    <a:pt x="11382" y="36765"/>
                    <a:pt x="11154" y="36232"/>
                    <a:pt x="10757" y="35835"/>
                  </a:cubicBezTo>
                  <a:lnTo>
                    <a:pt x="3581" y="28644"/>
                  </a:lnTo>
                  <a:cubicBezTo>
                    <a:pt x="2850" y="27943"/>
                    <a:pt x="2850" y="26785"/>
                    <a:pt x="3581" y="26054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67"/>
                  </a:lnTo>
                  <a:cubicBezTo>
                    <a:pt x="13149" y="18741"/>
                    <a:pt x="13378" y="18208"/>
                    <a:pt x="13378" y="17644"/>
                  </a:cubicBezTo>
                  <a:cubicBezTo>
                    <a:pt x="13378" y="17050"/>
                    <a:pt x="13149" y="16516"/>
                    <a:pt x="12753" y="16120"/>
                  </a:cubicBezTo>
                  <a:cubicBezTo>
                    <a:pt x="12418" y="15770"/>
                    <a:pt x="12220" y="15313"/>
                    <a:pt x="12220" y="14825"/>
                  </a:cubicBezTo>
                  <a:cubicBezTo>
                    <a:pt x="12220" y="14322"/>
                    <a:pt x="12418" y="13865"/>
                    <a:pt x="12753" y="13530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8" y="11595"/>
                    <a:pt x="16395" y="11793"/>
                    <a:pt x="16730" y="12128"/>
                  </a:cubicBezTo>
                  <a:lnTo>
                    <a:pt x="19107" y="14520"/>
                  </a:lnTo>
                  <a:cubicBezTo>
                    <a:pt x="19526" y="14939"/>
                    <a:pt x="20074" y="15149"/>
                    <a:pt x="20623" y="15149"/>
                  </a:cubicBezTo>
                  <a:cubicBezTo>
                    <a:pt x="21171" y="15149"/>
                    <a:pt x="21720" y="14939"/>
                    <a:pt x="22139" y="14520"/>
                  </a:cubicBezTo>
                  <a:lnTo>
                    <a:pt x="23297" y="13347"/>
                  </a:lnTo>
                  <a:cubicBezTo>
                    <a:pt x="23708" y="12936"/>
                    <a:pt x="23936" y="12403"/>
                    <a:pt x="23936" y="11824"/>
                  </a:cubicBezTo>
                  <a:cubicBezTo>
                    <a:pt x="23936" y="11260"/>
                    <a:pt x="23708" y="10711"/>
                    <a:pt x="23297" y="10300"/>
                  </a:cubicBezTo>
                  <a:lnTo>
                    <a:pt x="12997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40000">
                  <a:srgbClr val="FF9900">
                    <a:alpha val="40784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2698631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2"/>
            <p:cNvSpPr/>
            <p:nvPr/>
          </p:nvSpPr>
          <p:spPr>
            <a:xfrm rot="-5400000">
              <a:off x="5282230" y="-899603"/>
              <a:ext cx="981776" cy="2307791"/>
            </a:xfrm>
            <a:custGeom>
              <a:rect b="b" l="l" r="r" t="t"/>
              <a:pathLst>
                <a:path extrusionOk="0" h="56267" w="23937">
                  <a:moveTo>
                    <a:pt x="12997" y="0"/>
                  </a:moveTo>
                  <a:lnTo>
                    <a:pt x="12784" y="214"/>
                  </a:lnTo>
                  <a:lnTo>
                    <a:pt x="23098" y="10513"/>
                  </a:lnTo>
                  <a:cubicBezTo>
                    <a:pt x="23434" y="10848"/>
                    <a:pt x="23632" y="11305"/>
                    <a:pt x="23632" y="11808"/>
                  </a:cubicBezTo>
                  <a:cubicBezTo>
                    <a:pt x="23632" y="12296"/>
                    <a:pt x="23434" y="12753"/>
                    <a:pt x="23098" y="13103"/>
                  </a:cubicBezTo>
                  <a:lnTo>
                    <a:pt x="21925" y="14261"/>
                  </a:lnTo>
                  <a:cubicBezTo>
                    <a:pt x="21575" y="14627"/>
                    <a:pt x="21110" y="14810"/>
                    <a:pt x="20642" y="14810"/>
                  </a:cubicBezTo>
                  <a:cubicBezTo>
                    <a:pt x="20173" y="14810"/>
                    <a:pt x="19701" y="14627"/>
                    <a:pt x="19335" y="14261"/>
                  </a:cubicBezTo>
                  <a:lnTo>
                    <a:pt x="16958" y="11884"/>
                  </a:lnTo>
                  <a:cubicBezTo>
                    <a:pt x="16547" y="11488"/>
                    <a:pt x="16029" y="11260"/>
                    <a:pt x="15435" y="11260"/>
                  </a:cubicBezTo>
                  <a:cubicBezTo>
                    <a:pt x="14840" y="11260"/>
                    <a:pt x="14307" y="11488"/>
                    <a:pt x="13911" y="11884"/>
                  </a:cubicBezTo>
                  <a:lnTo>
                    <a:pt x="12525" y="13271"/>
                  </a:lnTo>
                  <a:cubicBezTo>
                    <a:pt x="11687" y="14109"/>
                    <a:pt x="11687" y="15465"/>
                    <a:pt x="12525" y="16303"/>
                  </a:cubicBezTo>
                  <a:cubicBezTo>
                    <a:pt x="12860" y="16638"/>
                    <a:pt x="13058" y="17095"/>
                    <a:pt x="13058" y="17598"/>
                  </a:cubicBezTo>
                  <a:cubicBezTo>
                    <a:pt x="13058" y="18085"/>
                    <a:pt x="12860" y="18543"/>
                    <a:pt x="12525" y="18893"/>
                  </a:cubicBezTo>
                  <a:lnTo>
                    <a:pt x="11489" y="19914"/>
                  </a:lnTo>
                  <a:cubicBezTo>
                    <a:pt x="11153" y="20264"/>
                    <a:pt x="10696" y="20447"/>
                    <a:pt x="10193" y="20447"/>
                  </a:cubicBezTo>
                  <a:lnTo>
                    <a:pt x="9569" y="20447"/>
                  </a:lnTo>
                  <a:cubicBezTo>
                    <a:pt x="8975" y="20447"/>
                    <a:pt x="8441" y="20676"/>
                    <a:pt x="8045" y="21087"/>
                  </a:cubicBezTo>
                  <a:lnTo>
                    <a:pt x="3337" y="25780"/>
                  </a:lnTo>
                  <a:cubicBezTo>
                    <a:pt x="2941" y="26206"/>
                    <a:pt x="2713" y="26739"/>
                    <a:pt x="2713" y="27303"/>
                  </a:cubicBezTo>
                  <a:cubicBezTo>
                    <a:pt x="2713" y="27897"/>
                    <a:pt x="2941" y="28431"/>
                    <a:pt x="3337" y="28827"/>
                  </a:cubicBezTo>
                  <a:lnTo>
                    <a:pt x="10529" y="36018"/>
                  </a:lnTo>
                  <a:cubicBezTo>
                    <a:pt x="11245" y="36719"/>
                    <a:pt x="11245" y="37877"/>
                    <a:pt x="10529" y="38608"/>
                  </a:cubicBezTo>
                  <a:lnTo>
                    <a:pt x="8198" y="40924"/>
                  </a:lnTo>
                  <a:cubicBezTo>
                    <a:pt x="7801" y="41351"/>
                    <a:pt x="7573" y="41884"/>
                    <a:pt x="7573" y="42448"/>
                  </a:cubicBezTo>
                  <a:lnTo>
                    <a:pt x="7573" y="47704"/>
                  </a:lnTo>
                  <a:cubicBezTo>
                    <a:pt x="7573" y="48207"/>
                    <a:pt x="7375" y="48664"/>
                    <a:pt x="7040" y="48999"/>
                  </a:cubicBezTo>
                  <a:lnTo>
                    <a:pt x="1" y="56053"/>
                  </a:lnTo>
                  <a:lnTo>
                    <a:pt x="199" y="56267"/>
                  </a:lnTo>
                  <a:lnTo>
                    <a:pt x="7268" y="49212"/>
                  </a:lnTo>
                  <a:cubicBezTo>
                    <a:pt x="7664" y="48801"/>
                    <a:pt x="7893" y="48268"/>
                    <a:pt x="7893" y="47689"/>
                  </a:cubicBezTo>
                  <a:lnTo>
                    <a:pt x="7893" y="42432"/>
                  </a:lnTo>
                  <a:cubicBezTo>
                    <a:pt x="7893" y="41945"/>
                    <a:pt x="8091" y="41473"/>
                    <a:pt x="8426" y="41137"/>
                  </a:cubicBezTo>
                  <a:lnTo>
                    <a:pt x="10757" y="38806"/>
                  </a:lnTo>
                  <a:cubicBezTo>
                    <a:pt x="11595" y="37984"/>
                    <a:pt x="11595" y="36628"/>
                    <a:pt x="10757" y="35790"/>
                  </a:cubicBezTo>
                  <a:lnTo>
                    <a:pt x="3581" y="28598"/>
                  </a:lnTo>
                  <a:cubicBezTo>
                    <a:pt x="3231" y="28263"/>
                    <a:pt x="3048" y="27806"/>
                    <a:pt x="3048" y="27318"/>
                  </a:cubicBezTo>
                  <a:cubicBezTo>
                    <a:pt x="3048" y="26816"/>
                    <a:pt x="3231" y="26359"/>
                    <a:pt x="3581" y="26023"/>
                  </a:cubicBezTo>
                  <a:lnTo>
                    <a:pt x="8274" y="21346"/>
                  </a:lnTo>
                  <a:cubicBezTo>
                    <a:pt x="8624" y="21011"/>
                    <a:pt x="9081" y="20813"/>
                    <a:pt x="9569" y="20813"/>
                  </a:cubicBezTo>
                  <a:lnTo>
                    <a:pt x="10209" y="20813"/>
                  </a:lnTo>
                  <a:cubicBezTo>
                    <a:pt x="10788" y="20813"/>
                    <a:pt x="11321" y="20584"/>
                    <a:pt x="11732" y="20188"/>
                  </a:cubicBezTo>
                  <a:lnTo>
                    <a:pt x="12753" y="19152"/>
                  </a:lnTo>
                  <a:cubicBezTo>
                    <a:pt x="13149" y="18741"/>
                    <a:pt x="13378" y="18207"/>
                    <a:pt x="13378" y="17628"/>
                  </a:cubicBezTo>
                  <a:cubicBezTo>
                    <a:pt x="13378" y="17049"/>
                    <a:pt x="13149" y="16516"/>
                    <a:pt x="12753" y="16105"/>
                  </a:cubicBezTo>
                  <a:cubicBezTo>
                    <a:pt x="12037" y="15404"/>
                    <a:pt x="12037" y="14246"/>
                    <a:pt x="12753" y="13515"/>
                  </a:cubicBezTo>
                  <a:lnTo>
                    <a:pt x="14140" y="12128"/>
                  </a:lnTo>
                  <a:cubicBezTo>
                    <a:pt x="14490" y="11793"/>
                    <a:pt x="14947" y="11595"/>
                    <a:pt x="15435" y="11595"/>
                  </a:cubicBezTo>
                  <a:cubicBezTo>
                    <a:pt x="15937" y="11595"/>
                    <a:pt x="16395" y="11793"/>
                    <a:pt x="16730" y="12128"/>
                  </a:cubicBezTo>
                  <a:lnTo>
                    <a:pt x="19106" y="14505"/>
                  </a:lnTo>
                  <a:cubicBezTo>
                    <a:pt x="19525" y="14924"/>
                    <a:pt x="20074" y="15133"/>
                    <a:pt x="20622" y="15133"/>
                  </a:cubicBezTo>
                  <a:cubicBezTo>
                    <a:pt x="21171" y="15133"/>
                    <a:pt x="21719" y="14924"/>
                    <a:pt x="22138" y="14505"/>
                  </a:cubicBezTo>
                  <a:lnTo>
                    <a:pt x="23296" y="13347"/>
                  </a:lnTo>
                  <a:cubicBezTo>
                    <a:pt x="23708" y="12936"/>
                    <a:pt x="23936" y="12402"/>
                    <a:pt x="23936" y="11823"/>
                  </a:cubicBezTo>
                  <a:cubicBezTo>
                    <a:pt x="23936" y="11229"/>
                    <a:pt x="23708" y="10696"/>
                    <a:pt x="23296" y="10300"/>
                  </a:cubicBezTo>
                  <a:lnTo>
                    <a:pt x="12997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5" name="Google Shape;115;p12"/>
            <p:cNvGrpSpPr/>
            <p:nvPr/>
          </p:nvGrpSpPr>
          <p:grpSpPr>
            <a:xfrm rot="10800000">
              <a:off x="8323179" y="210224"/>
              <a:ext cx="1493504" cy="88126"/>
              <a:chOff x="124625" y="4953514"/>
              <a:chExt cx="1137388" cy="88143"/>
            </a:xfrm>
          </p:grpSpPr>
          <p:sp>
            <p:nvSpPr>
              <p:cNvPr id="116" name="Google Shape;116;p12"/>
              <p:cNvSpPr/>
              <p:nvPr/>
            </p:nvSpPr>
            <p:spPr>
              <a:xfrm rot="5400000">
                <a:off x="687043" y="4391096"/>
                <a:ext cx="12551" cy="1137387"/>
              </a:xfrm>
              <a:custGeom>
                <a:rect b="b" l="l" r="r" t="t"/>
                <a:pathLst>
                  <a:path extrusionOk="0" h="27731" w="306">
                    <a:moveTo>
                      <a:pt x="1" y="1"/>
                    </a:moveTo>
                    <a:lnTo>
                      <a:pt x="1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12"/>
              <p:cNvSpPr/>
              <p:nvPr/>
            </p:nvSpPr>
            <p:spPr>
              <a:xfrm rot="5400000">
                <a:off x="687063" y="4466709"/>
                <a:ext cx="12510" cy="1137387"/>
              </a:xfrm>
              <a:custGeom>
                <a:rect b="b" l="l" r="r" t="t"/>
                <a:pathLst>
                  <a:path extrusionOk="0" h="27731" w="305">
                    <a:moveTo>
                      <a:pt x="0" y="1"/>
                    </a:moveTo>
                    <a:lnTo>
                      <a:pt x="0" y="27730"/>
                    </a:lnTo>
                    <a:lnTo>
                      <a:pt x="305" y="27730"/>
                    </a:lnTo>
                    <a:lnTo>
                      <a:pt x="305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46666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8" name="Google Shape;118;p12"/>
            <p:cNvGrpSpPr/>
            <p:nvPr/>
          </p:nvGrpSpPr>
          <p:grpSpPr>
            <a:xfrm>
              <a:off x="4619231" y="-32636"/>
              <a:ext cx="254987" cy="255131"/>
              <a:chOff x="3678700" y="407275"/>
              <a:chExt cx="708100" cy="708500"/>
            </a:xfrm>
          </p:grpSpPr>
          <p:sp>
            <p:nvSpPr>
              <p:cNvPr id="119" name="Google Shape;119;p12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12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12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12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12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12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12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6" name="Google Shape;126;p12"/>
            <p:cNvGrpSpPr/>
            <p:nvPr/>
          </p:nvGrpSpPr>
          <p:grpSpPr>
            <a:xfrm>
              <a:off x="4521806" y="126714"/>
              <a:ext cx="254987" cy="255131"/>
              <a:chOff x="3678700" y="407275"/>
              <a:chExt cx="708100" cy="708500"/>
            </a:xfrm>
          </p:grpSpPr>
          <p:sp>
            <p:nvSpPr>
              <p:cNvPr id="127" name="Google Shape;127;p12"/>
              <p:cNvSpPr/>
              <p:nvPr/>
            </p:nvSpPr>
            <p:spPr>
              <a:xfrm>
                <a:off x="3678700" y="4072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12"/>
              <p:cNvSpPr/>
              <p:nvPr/>
            </p:nvSpPr>
            <p:spPr>
              <a:xfrm>
                <a:off x="3754875" y="483475"/>
                <a:ext cx="249900" cy="249875"/>
              </a:xfrm>
              <a:custGeom>
                <a:rect b="b" l="l" r="r" t="t"/>
                <a:pathLst>
                  <a:path extrusionOk="0" h="9995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12"/>
              <p:cNvSpPr/>
              <p:nvPr/>
            </p:nvSpPr>
            <p:spPr>
              <a:xfrm>
                <a:off x="3831425" y="560025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4" y="0"/>
                    </a:moveTo>
                    <a:lnTo>
                      <a:pt x="1" y="8594"/>
                    </a:lnTo>
                    <a:lnTo>
                      <a:pt x="1403" y="9995"/>
                    </a:lnTo>
                    <a:lnTo>
                      <a:pt x="9996" y="1402"/>
                    </a:lnTo>
                    <a:lnTo>
                      <a:pt x="8594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12"/>
              <p:cNvSpPr/>
              <p:nvPr/>
            </p:nvSpPr>
            <p:spPr>
              <a:xfrm>
                <a:off x="3907625" y="636575"/>
                <a:ext cx="249875" cy="249525"/>
              </a:xfrm>
              <a:custGeom>
                <a:rect b="b" l="l" r="r" t="t"/>
                <a:pathLst>
                  <a:path extrusionOk="0" h="9981" w="9995">
                    <a:moveTo>
                      <a:pt x="8593" y="1"/>
                    </a:moveTo>
                    <a:lnTo>
                      <a:pt x="0" y="8579"/>
                    </a:lnTo>
                    <a:lnTo>
                      <a:pt x="1402" y="9980"/>
                    </a:lnTo>
                    <a:lnTo>
                      <a:pt x="9995" y="1387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12"/>
              <p:cNvSpPr/>
              <p:nvPr/>
            </p:nvSpPr>
            <p:spPr>
              <a:xfrm>
                <a:off x="3984175" y="713150"/>
                <a:ext cx="249900" cy="249900"/>
              </a:xfrm>
              <a:custGeom>
                <a:rect b="b" l="l" r="r" t="t"/>
                <a:pathLst>
                  <a:path extrusionOk="0" h="9996" w="9996">
                    <a:moveTo>
                      <a:pt x="8593" y="0"/>
                    </a:moveTo>
                    <a:lnTo>
                      <a:pt x="0" y="8593"/>
                    </a:lnTo>
                    <a:lnTo>
                      <a:pt x="1402" y="9995"/>
                    </a:lnTo>
                    <a:lnTo>
                      <a:pt x="9995" y="1402"/>
                    </a:lnTo>
                    <a:lnTo>
                      <a:pt x="8593" y="0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12"/>
              <p:cNvSpPr/>
              <p:nvPr/>
            </p:nvSpPr>
            <p:spPr>
              <a:xfrm>
                <a:off x="4061125" y="789700"/>
                <a:ext cx="249500" cy="249525"/>
              </a:xfrm>
              <a:custGeom>
                <a:rect b="b" l="l" r="r" t="t"/>
                <a:pathLst>
                  <a:path extrusionOk="0" h="9981" w="9980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80"/>
                    </a:lnTo>
                    <a:lnTo>
                      <a:pt x="9980" y="1402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12"/>
              <p:cNvSpPr/>
              <p:nvPr/>
            </p:nvSpPr>
            <p:spPr>
              <a:xfrm>
                <a:off x="4136925" y="865875"/>
                <a:ext cx="249875" cy="249900"/>
              </a:xfrm>
              <a:custGeom>
                <a:rect b="b" l="l" r="r" t="t"/>
                <a:pathLst>
                  <a:path extrusionOk="0" h="9996" w="9995">
                    <a:moveTo>
                      <a:pt x="8593" y="1"/>
                    </a:moveTo>
                    <a:lnTo>
                      <a:pt x="0" y="8594"/>
                    </a:lnTo>
                    <a:lnTo>
                      <a:pt x="1402" y="9996"/>
                    </a:lnTo>
                    <a:lnTo>
                      <a:pt x="9995" y="1403"/>
                    </a:lnTo>
                    <a:lnTo>
                      <a:pt x="8593" y="1"/>
                    </a:lnTo>
                    <a:close/>
                  </a:path>
                </a:pathLst>
              </a:custGeom>
              <a:gradFill>
                <a:gsLst>
                  <a:gs pos="0">
                    <a:srgbClr val="EB9109">
                      <a:alpha val="46666"/>
                    </a:srgbClr>
                  </a:gs>
                  <a:gs pos="78000">
                    <a:srgbClr val="F5F8FF">
                      <a:alpha val="46666"/>
                    </a:srgbClr>
                  </a:gs>
                  <a:gs pos="100000">
                    <a:srgbClr val="F5F8FF">
                      <a:alpha val="46666"/>
                    </a:srgbClr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4"/>
          <p:cNvGrpSpPr/>
          <p:nvPr/>
        </p:nvGrpSpPr>
        <p:grpSpPr>
          <a:xfrm>
            <a:off x="-623241" y="3925887"/>
            <a:ext cx="2833357" cy="1517787"/>
            <a:chOff x="-623241" y="3849687"/>
            <a:chExt cx="2833357" cy="1517787"/>
          </a:xfrm>
        </p:grpSpPr>
        <p:grpSp>
          <p:nvGrpSpPr>
            <p:cNvPr id="137" name="Google Shape;137;p14"/>
            <p:cNvGrpSpPr/>
            <p:nvPr/>
          </p:nvGrpSpPr>
          <p:grpSpPr>
            <a:xfrm rot="5400000">
              <a:off x="-879113" y="4155104"/>
              <a:ext cx="1517787" cy="906953"/>
              <a:chOff x="-55500" y="4835979"/>
              <a:chExt cx="1517787" cy="906953"/>
            </a:xfrm>
          </p:grpSpPr>
          <p:sp>
            <p:nvSpPr>
              <p:cNvPr id="138" name="Google Shape;138;p14"/>
              <p:cNvSpPr/>
              <p:nvPr/>
            </p:nvSpPr>
            <p:spPr>
              <a:xfrm>
                <a:off x="-55500" y="4895154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>
                      <a:alpha val="31372"/>
                    </a:srgbClr>
                  </a:gs>
                  <a:gs pos="22000">
                    <a:srgbClr val="F5F8FF">
                      <a:alpha val="31372"/>
                    </a:srgbClr>
                  </a:gs>
                  <a:gs pos="45000">
                    <a:srgbClr val="FFFFFF">
                      <a:alpha val="31372"/>
                    </a:srgbClr>
                  </a:gs>
                  <a:gs pos="100000">
                    <a:srgbClr val="0C0A9E">
                      <a:alpha val="31372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14"/>
              <p:cNvSpPr/>
              <p:nvPr/>
            </p:nvSpPr>
            <p:spPr>
              <a:xfrm>
                <a:off x="522674" y="4951702"/>
                <a:ext cx="340329" cy="325895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14"/>
              <p:cNvSpPr/>
              <p:nvPr/>
            </p:nvSpPr>
            <p:spPr>
              <a:xfrm>
                <a:off x="401812" y="51855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F5F8FF">
                      <a:alpha val="31372"/>
                    </a:srgbClr>
                  </a:gs>
                  <a:gs pos="22000">
                    <a:srgbClr val="F5F8FF">
                      <a:alpha val="31372"/>
                    </a:srgbClr>
                  </a:gs>
                  <a:gs pos="45000">
                    <a:srgbClr val="FFFFFF">
                      <a:alpha val="31372"/>
                    </a:srgbClr>
                  </a:gs>
                  <a:gs pos="100000">
                    <a:srgbClr val="0C0A9E">
                      <a:alpha val="31372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14"/>
              <p:cNvSpPr/>
              <p:nvPr/>
            </p:nvSpPr>
            <p:spPr>
              <a:xfrm>
                <a:off x="880250" y="4835979"/>
                <a:ext cx="582037" cy="557353"/>
              </a:xfrm>
              <a:custGeom>
                <a:rect b="b" l="l" r="r" t="t"/>
                <a:pathLst>
                  <a:path extrusionOk="0" h="35337" w="36902">
                    <a:moveTo>
                      <a:pt x="18449" y="1"/>
                    </a:moveTo>
                    <a:cubicBezTo>
                      <a:pt x="16409" y="1"/>
                      <a:pt x="14368" y="778"/>
                      <a:pt x="12814" y="2332"/>
                    </a:cubicBezTo>
                    <a:lnTo>
                      <a:pt x="3108" y="12037"/>
                    </a:lnTo>
                    <a:cubicBezTo>
                      <a:pt x="0" y="15145"/>
                      <a:pt x="0" y="20189"/>
                      <a:pt x="3108" y="23297"/>
                    </a:cubicBezTo>
                    <a:lnTo>
                      <a:pt x="12814" y="33017"/>
                    </a:lnTo>
                    <a:cubicBezTo>
                      <a:pt x="14368" y="34564"/>
                      <a:pt x="16405" y="35337"/>
                      <a:pt x="18443" y="35337"/>
                    </a:cubicBezTo>
                    <a:cubicBezTo>
                      <a:pt x="20481" y="35337"/>
                      <a:pt x="22519" y="34564"/>
                      <a:pt x="24073" y="33017"/>
                    </a:cubicBezTo>
                    <a:lnTo>
                      <a:pt x="33794" y="23297"/>
                    </a:lnTo>
                    <a:cubicBezTo>
                      <a:pt x="36902" y="20189"/>
                      <a:pt x="36902" y="15145"/>
                      <a:pt x="33794" y="12037"/>
                    </a:cubicBezTo>
                    <a:lnTo>
                      <a:pt x="24073" y="2332"/>
                    </a:lnTo>
                    <a:cubicBezTo>
                      <a:pt x="22527" y="778"/>
                      <a:pt x="20489" y="1"/>
                      <a:pt x="18449" y="1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1"/>
                  </a:gs>
                  <a:gs pos="22000">
                    <a:schemeClr val="lt1"/>
                  </a:gs>
                  <a:gs pos="45000">
                    <a:srgbClr val="FFFFFF">
                      <a:alpha val="0"/>
                    </a:srgbClr>
                  </a:gs>
                  <a:gs pos="100000">
                    <a:srgbClr val="0C0A9E">
                      <a:alpha val="50196"/>
                    </a:srgbClr>
                  </a:gs>
                </a:gsLst>
                <a:lin ang="2698631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2" name="Google Shape;142;p14"/>
            <p:cNvGrpSpPr/>
            <p:nvPr/>
          </p:nvGrpSpPr>
          <p:grpSpPr>
            <a:xfrm>
              <a:off x="-623241" y="3946425"/>
              <a:ext cx="2833357" cy="1421047"/>
              <a:chOff x="-677366" y="4067275"/>
              <a:chExt cx="2833357" cy="1421047"/>
            </a:xfrm>
          </p:grpSpPr>
          <p:sp>
            <p:nvSpPr>
              <p:cNvPr id="143" name="Google Shape;143;p14"/>
              <p:cNvSpPr/>
              <p:nvPr/>
            </p:nvSpPr>
            <p:spPr>
              <a:xfrm rot="5400000">
                <a:off x="28789" y="3361120"/>
                <a:ext cx="1421047" cy="2833357"/>
              </a:xfrm>
              <a:custGeom>
                <a:rect b="b" l="l" r="r" t="t"/>
                <a:pathLst>
                  <a:path extrusionOk="0" h="69081" w="34647">
                    <a:moveTo>
                      <a:pt x="34434" y="1"/>
                    </a:moveTo>
                    <a:lnTo>
                      <a:pt x="25429" y="8990"/>
                    </a:lnTo>
                    <a:lnTo>
                      <a:pt x="25383" y="9051"/>
                    </a:lnTo>
                    <a:lnTo>
                      <a:pt x="25383" y="32651"/>
                    </a:lnTo>
                    <a:lnTo>
                      <a:pt x="15130" y="42920"/>
                    </a:lnTo>
                    <a:lnTo>
                      <a:pt x="15084" y="42951"/>
                    </a:lnTo>
                    <a:lnTo>
                      <a:pt x="15084" y="60472"/>
                    </a:lnTo>
                    <a:lnTo>
                      <a:pt x="9614" y="65957"/>
                    </a:lnTo>
                    <a:lnTo>
                      <a:pt x="0" y="65957"/>
                    </a:lnTo>
                    <a:lnTo>
                      <a:pt x="0" y="69080"/>
                    </a:lnTo>
                    <a:lnTo>
                      <a:pt x="320" y="69080"/>
                    </a:lnTo>
                    <a:lnTo>
                      <a:pt x="320" y="66262"/>
                    </a:lnTo>
                    <a:lnTo>
                      <a:pt x="9751" y="66262"/>
                    </a:lnTo>
                    <a:lnTo>
                      <a:pt x="15389" y="60609"/>
                    </a:lnTo>
                    <a:lnTo>
                      <a:pt x="15389" y="43088"/>
                    </a:lnTo>
                    <a:lnTo>
                      <a:pt x="25658" y="32819"/>
                    </a:lnTo>
                    <a:lnTo>
                      <a:pt x="25688" y="32788"/>
                    </a:lnTo>
                    <a:lnTo>
                      <a:pt x="25688" y="9188"/>
                    </a:lnTo>
                    <a:lnTo>
                      <a:pt x="34647" y="214"/>
                    </a:lnTo>
                    <a:lnTo>
                      <a:pt x="34434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44" name="Google Shape;144;p14"/>
              <p:cNvGrpSpPr/>
              <p:nvPr/>
            </p:nvGrpSpPr>
            <p:grpSpPr>
              <a:xfrm>
                <a:off x="317735" y="4614472"/>
                <a:ext cx="161977" cy="161940"/>
                <a:chOff x="1101075" y="2142375"/>
                <a:chExt cx="439200" cy="439100"/>
              </a:xfrm>
            </p:grpSpPr>
            <p:sp>
              <p:nvSpPr>
                <p:cNvPr id="145" name="Google Shape;145;p14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6" name="Google Shape;146;p14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47" name="Google Shape;147;p14"/>
              <p:cNvGrpSpPr/>
              <p:nvPr/>
            </p:nvGrpSpPr>
            <p:grpSpPr>
              <a:xfrm rot="10800000">
                <a:off x="1700151" y="5032693"/>
                <a:ext cx="161977" cy="161940"/>
                <a:chOff x="1101075" y="2142375"/>
                <a:chExt cx="439200" cy="439100"/>
              </a:xfrm>
            </p:grpSpPr>
            <p:sp>
              <p:nvSpPr>
                <p:cNvPr id="148" name="Google Shape;148;p14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49" name="Google Shape;149;p14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9900FF">
                        <a:alpha val="46666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1080140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150" name="Google Shape;150;p14"/>
            <p:cNvSpPr/>
            <p:nvPr/>
          </p:nvSpPr>
          <p:spPr>
            <a:xfrm rot="-5400000">
              <a:off x="289120" y="3696219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1" name="Google Shape;151;p14"/>
          <p:cNvGrpSpPr/>
          <p:nvPr/>
        </p:nvGrpSpPr>
        <p:grpSpPr>
          <a:xfrm>
            <a:off x="6323926" y="-1678249"/>
            <a:ext cx="4189198" cy="3065874"/>
            <a:chOff x="6171526" y="-1678249"/>
            <a:chExt cx="4189198" cy="3065874"/>
          </a:xfrm>
        </p:grpSpPr>
        <p:sp>
          <p:nvSpPr>
            <p:cNvPr id="152" name="Google Shape;152;p14"/>
            <p:cNvSpPr/>
            <p:nvPr/>
          </p:nvSpPr>
          <p:spPr>
            <a:xfrm rot="-5400000">
              <a:off x="6808863" y="-808395"/>
              <a:ext cx="1558682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3" name="Google Shape;153;p14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>
              <a:off x="6587425" y="-1678249"/>
              <a:ext cx="3773299" cy="28798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" name="Google Shape;154;p14"/>
            <p:cNvSpPr/>
            <p:nvPr/>
          </p:nvSpPr>
          <p:spPr>
            <a:xfrm>
              <a:off x="8292929" y="-80469"/>
              <a:ext cx="904284" cy="865933"/>
            </a:xfrm>
            <a:custGeom>
              <a:rect b="b" l="l" r="r" t="t"/>
              <a:pathLst>
                <a:path extrusionOk="0" h="35337" w="36902">
                  <a:moveTo>
                    <a:pt x="18449" y="1"/>
                  </a:moveTo>
                  <a:cubicBezTo>
                    <a:pt x="16409" y="1"/>
                    <a:pt x="14368" y="778"/>
                    <a:pt x="12814" y="2332"/>
                  </a:cubicBezTo>
                  <a:lnTo>
                    <a:pt x="3108" y="12037"/>
                  </a:lnTo>
                  <a:cubicBezTo>
                    <a:pt x="0" y="15145"/>
                    <a:pt x="0" y="20189"/>
                    <a:pt x="3108" y="23297"/>
                  </a:cubicBezTo>
                  <a:lnTo>
                    <a:pt x="12814" y="33017"/>
                  </a:lnTo>
                  <a:cubicBezTo>
                    <a:pt x="14368" y="34564"/>
                    <a:pt x="16405" y="35337"/>
                    <a:pt x="18443" y="35337"/>
                  </a:cubicBezTo>
                  <a:cubicBezTo>
                    <a:pt x="20481" y="35337"/>
                    <a:pt x="22519" y="34564"/>
                    <a:pt x="24073" y="33017"/>
                  </a:cubicBezTo>
                  <a:lnTo>
                    <a:pt x="33794" y="23297"/>
                  </a:lnTo>
                  <a:cubicBezTo>
                    <a:pt x="36902" y="20189"/>
                    <a:pt x="36902" y="15145"/>
                    <a:pt x="33794" y="12037"/>
                  </a:cubicBezTo>
                  <a:lnTo>
                    <a:pt x="24073" y="2332"/>
                  </a:lnTo>
                  <a:cubicBezTo>
                    <a:pt x="22527" y="778"/>
                    <a:pt x="20489" y="1"/>
                    <a:pt x="18449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5" name="Google Shape;155;p14"/>
            <p:cNvGrpSpPr/>
            <p:nvPr/>
          </p:nvGrpSpPr>
          <p:grpSpPr>
            <a:xfrm rot="-2700000">
              <a:off x="8302147" y="61289"/>
              <a:ext cx="582044" cy="582419"/>
              <a:chOff x="959750" y="3039275"/>
              <a:chExt cx="582050" cy="582425"/>
            </a:xfrm>
          </p:grpSpPr>
          <p:sp>
            <p:nvSpPr>
              <p:cNvPr id="156" name="Google Shape;156;p1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1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1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1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1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1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1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3" name="Google Shape;163;p14"/>
            <p:cNvGrpSpPr/>
            <p:nvPr/>
          </p:nvGrpSpPr>
          <p:grpSpPr>
            <a:xfrm rot="-2700000">
              <a:off x="8551447" y="61289"/>
              <a:ext cx="582044" cy="582419"/>
              <a:chOff x="959750" y="3039275"/>
              <a:chExt cx="582050" cy="582425"/>
            </a:xfrm>
          </p:grpSpPr>
          <p:sp>
            <p:nvSpPr>
              <p:cNvPr id="164" name="Google Shape;164;p14"/>
              <p:cNvSpPr/>
              <p:nvPr/>
            </p:nvSpPr>
            <p:spPr>
              <a:xfrm>
                <a:off x="959750" y="3498275"/>
                <a:ext cx="123450" cy="123425"/>
              </a:xfrm>
              <a:custGeom>
                <a:rect b="b" l="l" r="r" t="t"/>
                <a:pathLst>
                  <a:path extrusionOk="0" h="4937" w="4938">
                    <a:moveTo>
                      <a:pt x="1403" y="0"/>
                    </a:moveTo>
                    <a:lnTo>
                      <a:pt x="1" y="1402"/>
                    </a:lnTo>
                    <a:lnTo>
                      <a:pt x="3536" y="4937"/>
                    </a:lnTo>
                    <a:lnTo>
                      <a:pt x="4937" y="3535"/>
                    </a:lnTo>
                    <a:lnTo>
                      <a:pt x="1403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14"/>
              <p:cNvSpPr/>
              <p:nvPr/>
            </p:nvSpPr>
            <p:spPr>
              <a:xfrm>
                <a:off x="1035950" y="3421700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402" y="1"/>
                    </a:moveTo>
                    <a:lnTo>
                      <a:pt x="0" y="1403"/>
                    </a:lnTo>
                    <a:lnTo>
                      <a:pt x="3535" y="4952"/>
                    </a:lnTo>
                    <a:lnTo>
                      <a:pt x="4937" y="3551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14"/>
              <p:cNvSpPr/>
              <p:nvPr/>
            </p:nvSpPr>
            <p:spPr>
              <a:xfrm>
                <a:off x="1112500" y="3345525"/>
                <a:ext cx="123825" cy="123450"/>
              </a:xfrm>
              <a:custGeom>
                <a:rect b="b" l="l" r="r" t="t"/>
                <a:pathLst>
                  <a:path extrusionOk="0" h="4938" w="4953">
                    <a:moveTo>
                      <a:pt x="1402" y="1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14"/>
              <p:cNvSpPr/>
              <p:nvPr/>
            </p:nvSpPr>
            <p:spPr>
              <a:xfrm>
                <a:off x="1188675" y="3268975"/>
                <a:ext cx="123825" cy="123425"/>
              </a:xfrm>
              <a:custGeom>
                <a:rect b="b" l="l" r="r" t="t"/>
                <a:pathLst>
                  <a:path extrusionOk="0" h="4937" w="4953">
                    <a:moveTo>
                      <a:pt x="1402" y="0"/>
                    </a:moveTo>
                    <a:lnTo>
                      <a:pt x="1" y="1402"/>
                    </a:lnTo>
                    <a:lnTo>
                      <a:pt x="3551" y="4937"/>
                    </a:lnTo>
                    <a:lnTo>
                      <a:pt x="4952" y="3550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14"/>
              <p:cNvSpPr/>
              <p:nvPr/>
            </p:nvSpPr>
            <p:spPr>
              <a:xfrm>
                <a:off x="1265625" y="3192800"/>
                <a:ext cx="123425" cy="123425"/>
              </a:xfrm>
              <a:custGeom>
                <a:rect b="b" l="l" r="r" t="t"/>
                <a:pathLst>
                  <a:path extrusionOk="0" h="4937" w="4937">
                    <a:moveTo>
                      <a:pt x="1402" y="0"/>
                    </a:moveTo>
                    <a:lnTo>
                      <a:pt x="0" y="1386"/>
                    </a:lnTo>
                    <a:lnTo>
                      <a:pt x="3535" y="4936"/>
                    </a:lnTo>
                    <a:lnTo>
                      <a:pt x="4937" y="3535"/>
                    </a:lnTo>
                    <a:lnTo>
                      <a:pt x="1402" y="0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14"/>
              <p:cNvSpPr/>
              <p:nvPr/>
            </p:nvSpPr>
            <p:spPr>
              <a:xfrm>
                <a:off x="1341800" y="3116225"/>
                <a:ext cx="123450" cy="123450"/>
              </a:xfrm>
              <a:custGeom>
                <a:rect b="b" l="l" r="r" t="t"/>
                <a:pathLst>
                  <a:path extrusionOk="0" h="4938" w="4938">
                    <a:moveTo>
                      <a:pt x="1402" y="1"/>
                    </a:moveTo>
                    <a:lnTo>
                      <a:pt x="1" y="1402"/>
                    </a:lnTo>
                    <a:lnTo>
                      <a:pt x="3535" y="4937"/>
                    </a:lnTo>
                    <a:lnTo>
                      <a:pt x="4937" y="3535"/>
                    </a:lnTo>
                    <a:lnTo>
                      <a:pt x="1402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14"/>
              <p:cNvSpPr/>
              <p:nvPr/>
            </p:nvSpPr>
            <p:spPr>
              <a:xfrm>
                <a:off x="1418375" y="3039275"/>
                <a:ext cx="123425" cy="123825"/>
              </a:xfrm>
              <a:custGeom>
                <a:rect b="b" l="l" r="r" t="t"/>
                <a:pathLst>
                  <a:path extrusionOk="0" h="4953" w="4937">
                    <a:moveTo>
                      <a:pt x="1387" y="1"/>
                    </a:moveTo>
                    <a:lnTo>
                      <a:pt x="0" y="1403"/>
                    </a:lnTo>
                    <a:lnTo>
                      <a:pt x="3535" y="4953"/>
                    </a:lnTo>
                    <a:lnTo>
                      <a:pt x="4936" y="3551"/>
                    </a:lnTo>
                    <a:lnTo>
                      <a:pt x="138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37254"/>
                    </a:srgbClr>
                  </a:gs>
                  <a:gs pos="100000">
                    <a:srgbClr val="FFFFFF">
                      <a:alpha val="37254"/>
                    </a:srgbClr>
                  </a:gs>
                </a:gsLst>
                <a:lin ang="54007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71" name="Google Shape;171;p14"/>
          <p:cNvGrpSpPr/>
          <p:nvPr/>
        </p:nvGrpSpPr>
        <p:grpSpPr>
          <a:xfrm rot="2700000">
            <a:off x="8945322" y="2352177"/>
            <a:ext cx="439196" cy="439096"/>
            <a:chOff x="1101075" y="2142375"/>
            <a:chExt cx="439200" cy="439100"/>
          </a:xfrm>
        </p:grpSpPr>
        <p:sp>
          <p:nvSpPr>
            <p:cNvPr id="172" name="Google Shape;172;p14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4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78000">
                  <a:schemeClr val="lt1"/>
                </a:gs>
                <a:gs pos="100000">
                  <a:schemeClr val="lt1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bg>
      <p:bgPr>
        <a:solidFill>
          <a:schemeClr val="dk2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15"/>
          <p:cNvGrpSpPr/>
          <p:nvPr/>
        </p:nvGrpSpPr>
        <p:grpSpPr>
          <a:xfrm>
            <a:off x="8332551" y="-7"/>
            <a:ext cx="2386151" cy="3293872"/>
            <a:chOff x="8256352" y="-7"/>
            <a:chExt cx="2386151" cy="3293872"/>
          </a:xfrm>
        </p:grpSpPr>
        <p:pic>
          <p:nvPicPr>
            <p:cNvPr id="176" name="Google Shape;176;p15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7886227" y="537590"/>
              <a:ext cx="3126400" cy="2386151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7" name="Google Shape;177;p15"/>
            <p:cNvGrpSpPr/>
            <p:nvPr/>
          </p:nvGrpSpPr>
          <p:grpSpPr>
            <a:xfrm rot="10800000">
              <a:off x="8452443" y="-7"/>
              <a:ext cx="325155" cy="1788670"/>
              <a:chOff x="8869019" y="-622132"/>
              <a:chExt cx="325155" cy="1788670"/>
            </a:xfrm>
          </p:grpSpPr>
          <p:sp>
            <p:nvSpPr>
              <p:cNvPr id="178" name="Google Shape;178;p15"/>
              <p:cNvSpPr/>
              <p:nvPr/>
            </p:nvSpPr>
            <p:spPr>
              <a:xfrm rot="10800000">
                <a:off x="8869019" y="-622132"/>
                <a:ext cx="246869" cy="1703243"/>
              </a:xfrm>
              <a:custGeom>
                <a:rect b="b" l="l" r="r" t="t"/>
                <a:pathLst>
                  <a:path extrusionOk="0" h="29909" w="6019">
                    <a:moveTo>
                      <a:pt x="1" y="1"/>
                    </a:moveTo>
                    <a:lnTo>
                      <a:pt x="1" y="306"/>
                    </a:lnTo>
                    <a:lnTo>
                      <a:pt x="5699" y="306"/>
                    </a:lnTo>
                    <a:lnTo>
                      <a:pt x="5699" y="29909"/>
                    </a:lnTo>
                    <a:lnTo>
                      <a:pt x="6019" y="29909"/>
                    </a:lnTo>
                    <a:lnTo>
                      <a:pt x="6019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79" name="Google Shape;179;p15"/>
              <p:cNvGrpSpPr/>
              <p:nvPr/>
            </p:nvGrpSpPr>
            <p:grpSpPr>
              <a:xfrm rot="1800062">
                <a:off x="9035610" y="1007995"/>
                <a:ext cx="134040" cy="134009"/>
                <a:chOff x="1101075" y="2142375"/>
                <a:chExt cx="439200" cy="439100"/>
              </a:xfrm>
            </p:grpSpPr>
            <p:sp>
              <p:nvSpPr>
                <p:cNvPr id="180" name="Google Shape;180;p15"/>
                <p:cNvSpPr/>
                <p:nvPr/>
              </p:nvSpPr>
              <p:spPr>
                <a:xfrm>
                  <a:off x="1101075" y="2142375"/>
                  <a:ext cx="439200" cy="439100"/>
                </a:xfrm>
                <a:custGeom>
                  <a:rect b="b" l="l" r="r" t="t"/>
                  <a:pathLst>
                    <a:path extrusionOk="0" h="17564" w="17568">
                      <a:moveTo>
                        <a:pt x="8792" y="1291"/>
                      </a:moveTo>
                      <a:cubicBezTo>
                        <a:pt x="10711" y="1291"/>
                        <a:pt x="12631" y="2008"/>
                        <a:pt x="14094" y="3501"/>
                      </a:cubicBezTo>
                      <a:cubicBezTo>
                        <a:pt x="15526" y="4902"/>
                        <a:pt x="16303" y="6807"/>
                        <a:pt x="16303" y="8803"/>
                      </a:cubicBezTo>
                      <a:cubicBezTo>
                        <a:pt x="16303" y="10814"/>
                        <a:pt x="15526" y="12688"/>
                        <a:pt x="14094" y="14120"/>
                      </a:cubicBezTo>
                      <a:cubicBezTo>
                        <a:pt x="12692" y="15552"/>
                        <a:pt x="10788" y="16329"/>
                        <a:pt x="8792" y="16329"/>
                      </a:cubicBezTo>
                      <a:cubicBezTo>
                        <a:pt x="6780" y="16329"/>
                        <a:pt x="4906" y="15552"/>
                        <a:pt x="3474" y="14120"/>
                      </a:cubicBezTo>
                      <a:cubicBezTo>
                        <a:pt x="2042" y="12718"/>
                        <a:pt x="1265" y="10814"/>
                        <a:pt x="1265" y="8803"/>
                      </a:cubicBezTo>
                      <a:cubicBezTo>
                        <a:pt x="1265" y="6807"/>
                        <a:pt x="2042" y="4918"/>
                        <a:pt x="3474" y="3501"/>
                      </a:cubicBezTo>
                      <a:cubicBezTo>
                        <a:pt x="4937" y="2023"/>
                        <a:pt x="6857" y="1291"/>
                        <a:pt x="8792" y="1291"/>
                      </a:cubicBezTo>
                      <a:close/>
                      <a:moveTo>
                        <a:pt x="8784" y="0"/>
                      </a:moveTo>
                      <a:cubicBezTo>
                        <a:pt x="6537" y="0"/>
                        <a:pt x="4289" y="857"/>
                        <a:pt x="2575" y="2571"/>
                      </a:cubicBezTo>
                      <a:cubicBezTo>
                        <a:pt x="915" y="4232"/>
                        <a:pt x="1" y="6441"/>
                        <a:pt x="1" y="8788"/>
                      </a:cubicBezTo>
                      <a:cubicBezTo>
                        <a:pt x="1" y="11134"/>
                        <a:pt x="915" y="13343"/>
                        <a:pt x="2575" y="15004"/>
                      </a:cubicBezTo>
                      <a:cubicBezTo>
                        <a:pt x="4236" y="16649"/>
                        <a:pt x="6445" y="17563"/>
                        <a:pt x="8792" y="17563"/>
                      </a:cubicBezTo>
                      <a:cubicBezTo>
                        <a:pt x="11123" y="17563"/>
                        <a:pt x="13332" y="16649"/>
                        <a:pt x="14993" y="15004"/>
                      </a:cubicBezTo>
                      <a:cubicBezTo>
                        <a:pt x="16653" y="13343"/>
                        <a:pt x="17568" y="11134"/>
                        <a:pt x="17568" y="8788"/>
                      </a:cubicBezTo>
                      <a:cubicBezTo>
                        <a:pt x="17568" y="6441"/>
                        <a:pt x="16653" y="4232"/>
                        <a:pt x="14993" y="2571"/>
                      </a:cubicBezTo>
                      <a:cubicBezTo>
                        <a:pt x="13279" y="857"/>
                        <a:pt x="11031" y="0"/>
                        <a:pt x="8784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2"/>
                    </a:gs>
                    <a:gs pos="40000">
                      <a:srgbClr val="FF9900">
                        <a:alpha val="40784"/>
                      </a:srgbClr>
                    </a:gs>
                    <a:gs pos="100000">
                      <a:srgbClr val="FFFFFF">
                        <a:alpha val="0"/>
                      </a:srgbClr>
                    </a:gs>
                  </a:gsLst>
                  <a:lin ang="2698631" scaled="0"/>
                </a:gradFill>
                <a:ln cap="flat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" name="Google Shape;181;p15"/>
                <p:cNvSpPr/>
                <p:nvPr/>
              </p:nvSpPr>
              <p:spPr>
                <a:xfrm>
                  <a:off x="1189450" y="2242350"/>
                  <a:ext cx="262850" cy="239700"/>
                </a:xfrm>
                <a:custGeom>
                  <a:rect b="b" l="l" r="r" t="t"/>
                  <a:pathLst>
                    <a:path extrusionOk="0" h="9588" w="10514">
                      <a:moveTo>
                        <a:pt x="5257" y="1269"/>
                      </a:moveTo>
                      <a:cubicBezTo>
                        <a:pt x="6171" y="1269"/>
                        <a:pt x="7054" y="1604"/>
                        <a:pt x="7771" y="2290"/>
                      </a:cubicBezTo>
                      <a:cubicBezTo>
                        <a:pt x="9127" y="3692"/>
                        <a:pt x="9127" y="5931"/>
                        <a:pt x="7771" y="7302"/>
                      </a:cubicBezTo>
                      <a:cubicBezTo>
                        <a:pt x="7070" y="7988"/>
                        <a:pt x="6159" y="8331"/>
                        <a:pt x="5253" y="8331"/>
                      </a:cubicBezTo>
                      <a:cubicBezTo>
                        <a:pt x="4346" y="8331"/>
                        <a:pt x="3444" y="7988"/>
                        <a:pt x="2758" y="7302"/>
                      </a:cubicBezTo>
                      <a:cubicBezTo>
                        <a:pt x="1387" y="5916"/>
                        <a:pt x="1387" y="3661"/>
                        <a:pt x="2758" y="2290"/>
                      </a:cubicBezTo>
                      <a:cubicBezTo>
                        <a:pt x="3444" y="1604"/>
                        <a:pt x="4342" y="1269"/>
                        <a:pt x="5257" y="1269"/>
                      </a:cubicBezTo>
                      <a:close/>
                      <a:moveTo>
                        <a:pt x="5255" y="1"/>
                      </a:moveTo>
                      <a:cubicBezTo>
                        <a:pt x="4026" y="1"/>
                        <a:pt x="2796" y="469"/>
                        <a:pt x="1859" y="1406"/>
                      </a:cubicBezTo>
                      <a:cubicBezTo>
                        <a:pt x="0" y="3265"/>
                        <a:pt x="0" y="6312"/>
                        <a:pt x="1859" y="8186"/>
                      </a:cubicBezTo>
                      <a:cubicBezTo>
                        <a:pt x="2788" y="9116"/>
                        <a:pt x="4038" y="9588"/>
                        <a:pt x="5257" y="9588"/>
                      </a:cubicBezTo>
                      <a:cubicBezTo>
                        <a:pt x="6491" y="9588"/>
                        <a:pt x="7710" y="9131"/>
                        <a:pt x="8639" y="8186"/>
                      </a:cubicBezTo>
                      <a:cubicBezTo>
                        <a:pt x="10513" y="6312"/>
                        <a:pt x="10513" y="3265"/>
                        <a:pt x="8639" y="1406"/>
                      </a:cubicBezTo>
                      <a:cubicBezTo>
                        <a:pt x="7710" y="469"/>
                        <a:pt x="6483" y="1"/>
                        <a:pt x="5255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lt1"/>
                    </a:gs>
                    <a:gs pos="18000">
                      <a:schemeClr val="lt1"/>
                    </a:gs>
                    <a:gs pos="56000">
                      <a:srgbClr val="FFFFFF">
                        <a:alpha val="0"/>
                      </a:srgbClr>
                    </a:gs>
                    <a:gs pos="74000">
                      <a:schemeClr val="lt1"/>
                    </a:gs>
                    <a:gs pos="100000">
                      <a:srgbClr val="9900FF">
                        <a:alpha val="28627"/>
                      </a:srgbClr>
                    </a:gs>
                  </a:gsLst>
                  <a:path path="circle">
                    <a:fillToRect b="100%" l="0%" r="100%" t="0%"/>
                  </a:path>
                  <a:tileRect b="0%" l="-100%" r="0%" t="-100%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</p:grpSp>
      <p:grpSp>
        <p:nvGrpSpPr>
          <p:cNvPr id="182" name="Google Shape;182;p15"/>
          <p:cNvGrpSpPr/>
          <p:nvPr/>
        </p:nvGrpSpPr>
        <p:grpSpPr>
          <a:xfrm>
            <a:off x="-213525" y="171225"/>
            <a:ext cx="439200" cy="439100"/>
            <a:chOff x="1101075" y="2142375"/>
            <a:chExt cx="439200" cy="439100"/>
          </a:xfrm>
        </p:grpSpPr>
        <p:sp>
          <p:nvSpPr>
            <p:cNvPr id="183" name="Google Shape;183;p15"/>
            <p:cNvSpPr/>
            <p:nvPr/>
          </p:nvSpPr>
          <p:spPr>
            <a:xfrm>
              <a:off x="1101075" y="2142375"/>
              <a:ext cx="439200" cy="439100"/>
            </a:xfrm>
            <a:custGeom>
              <a:rect b="b" l="l" r="r" t="t"/>
              <a:pathLst>
                <a:path extrusionOk="0" h="17564" w="17568">
                  <a:moveTo>
                    <a:pt x="8792" y="1291"/>
                  </a:moveTo>
                  <a:cubicBezTo>
                    <a:pt x="10711" y="1291"/>
                    <a:pt x="12631" y="2008"/>
                    <a:pt x="14094" y="3501"/>
                  </a:cubicBezTo>
                  <a:cubicBezTo>
                    <a:pt x="15526" y="4902"/>
                    <a:pt x="16303" y="6807"/>
                    <a:pt x="16303" y="8803"/>
                  </a:cubicBezTo>
                  <a:cubicBezTo>
                    <a:pt x="16303" y="10814"/>
                    <a:pt x="15526" y="12688"/>
                    <a:pt x="14094" y="14120"/>
                  </a:cubicBezTo>
                  <a:cubicBezTo>
                    <a:pt x="12692" y="15552"/>
                    <a:pt x="10788" y="16329"/>
                    <a:pt x="8792" y="16329"/>
                  </a:cubicBezTo>
                  <a:cubicBezTo>
                    <a:pt x="6780" y="16329"/>
                    <a:pt x="4906" y="15552"/>
                    <a:pt x="3474" y="14120"/>
                  </a:cubicBezTo>
                  <a:cubicBezTo>
                    <a:pt x="2042" y="12718"/>
                    <a:pt x="1265" y="10814"/>
                    <a:pt x="1265" y="8803"/>
                  </a:cubicBezTo>
                  <a:cubicBezTo>
                    <a:pt x="1265" y="6807"/>
                    <a:pt x="2042" y="4918"/>
                    <a:pt x="3474" y="3501"/>
                  </a:cubicBezTo>
                  <a:cubicBezTo>
                    <a:pt x="4937" y="2023"/>
                    <a:pt x="6857" y="1291"/>
                    <a:pt x="8792" y="1291"/>
                  </a:cubicBezTo>
                  <a:close/>
                  <a:moveTo>
                    <a:pt x="8784" y="0"/>
                  </a:moveTo>
                  <a:cubicBezTo>
                    <a:pt x="6537" y="0"/>
                    <a:pt x="4289" y="857"/>
                    <a:pt x="2575" y="2571"/>
                  </a:cubicBezTo>
                  <a:cubicBezTo>
                    <a:pt x="915" y="4232"/>
                    <a:pt x="1" y="6441"/>
                    <a:pt x="1" y="8788"/>
                  </a:cubicBezTo>
                  <a:cubicBezTo>
                    <a:pt x="1" y="11134"/>
                    <a:pt x="915" y="13343"/>
                    <a:pt x="2575" y="15004"/>
                  </a:cubicBezTo>
                  <a:cubicBezTo>
                    <a:pt x="4236" y="16649"/>
                    <a:pt x="6445" y="17563"/>
                    <a:pt x="8792" y="17563"/>
                  </a:cubicBezTo>
                  <a:cubicBezTo>
                    <a:pt x="11123" y="17563"/>
                    <a:pt x="13332" y="16649"/>
                    <a:pt x="14993" y="15004"/>
                  </a:cubicBezTo>
                  <a:cubicBezTo>
                    <a:pt x="16653" y="13343"/>
                    <a:pt x="17568" y="11134"/>
                    <a:pt x="17568" y="8788"/>
                  </a:cubicBezTo>
                  <a:cubicBezTo>
                    <a:pt x="17568" y="6441"/>
                    <a:pt x="16653" y="4232"/>
                    <a:pt x="14993" y="2571"/>
                  </a:cubicBezTo>
                  <a:cubicBezTo>
                    <a:pt x="13279" y="857"/>
                    <a:pt x="11031" y="0"/>
                    <a:pt x="8784" y="0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5"/>
            <p:cNvSpPr/>
            <p:nvPr/>
          </p:nvSpPr>
          <p:spPr>
            <a:xfrm>
              <a:off x="1189450" y="2242350"/>
              <a:ext cx="262850" cy="239700"/>
            </a:xfrm>
            <a:custGeom>
              <a:rect b="b" l="l" r="r" t="t"/>
              <a:pathLst>
                <a:path extrusionOk="0" h="9588" w="10514">
                  <a:moveTo>
                    <a:pt x="5257" y="1269"/>
                  </a:moveTo>
                  <a:cubicBezTo>
                    <a:pt x="6171" y="1269"/>
                    <a:pt x="7054" y="1604"/>
                    <a:pt x="7771" y="2290"/>
                  </a:cubicBezTo>
                  <a:cubicBezTo>
                    <a:pt x="9127" y="3692"/>
                    <a:pt x="9127" y="5931"/>
                    <a:pt x="7771" y="7302"/>
                  </a:cubicBezTo>
                  <a:cubicBezTo>
                    <a:pt x="7070" y="7988"/>
                    <a:pt x="6159" y="8331"/>
                    <a:pt x="5253" y="8331"/>
                  </a:cubicBezTo>
                  <a:cubicBezTo>
                    <a:pt x="4346" y="8331"/>
                    <a:pt x="3444" y="7988"/>
                    <a:pt x="2758" y="7302"/>
                  </a:cubicBezTo>
                  <a:cubicBezTo>
                    <a:pt x="1387" y="5916"/>
                    <a:pt x="1387" y="3661"/>
                    <a:pt x="2758" y="2290"/>
                  </a:cubicBezTo>
                  <a:cubicBezTo>
                    <a:pt x="3444" y="1604"/>
                    <a:pt x="4342" y="1269"/>
                    <a:pt x="5257" y="1269"/>
                  </a:cubicBezTo>
                  <a:close/>
                  <a:moveTo>
                    <a:pt x="5255" y="1"/>
                  </a:moveTo>
                  <a:cubicBezTo>
                    <a:pt x="4026" y="1"/>
                    <a:pt x="2796" y="469"/>
                    <a:pt x="1859" y="1406"/>
                  </a:cubicBezTo>
                  <a:cubicBezTo>
                    <a:pt x="0" y="3265"/>
                    <a:pt x="0" y="6312"/>
                    <a:pt x="1859" y="8186"/>
                  </a:cubicBezTo>
                  <a:cubicBezTo>
                    <a:pt x="2788" y="9116"/>
                    <a:pt x="4038" y="9588"/>
                    <a:pt x="5257" y="9588"/>
                  </a:cubicBezTo>
                  <a:cubicBezTo>
                    <a:pt x="6491" y="9588"/>
                    <a:pt x="7710" y="9131"/>
                    <a:pt x="8639" y="8186"/>
                  </a:cubicBezTo>
                  <a:cubicBezTo>
                    <a:pt x="10513" y="6312"/>
                    <a:pt x="10513" y="3265"/>
                    <a:pt x="8639" y="1406"/>
                  </a:cubicBezTo>
                  <a:cubicBezTo>
                    <a:pt x="7710" y="469"/>
                    <a:pt x="6483" y="1"/>
                    <a:pt x="5255" y="1"/>
                  </a:cubicBez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0C0A9E">
                    <a:alpha val="20000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5" name="Google Shape;185;p15"/>
          <p:cNvGrpSpPr/>
          <p:nvPr/>
        </p:nvGrpSpPr>
        <p:grpSpPr>
          <a:xfrm>
            <a:off x="-1262974" y="3161327"/>
            <a:ext cx="4822591" cy="2934500"/>
            <a:chOff x="-1186774" y="3161328"/>
            <a:chExt cx="4822591" cy="2934500"/>
          </a:xfrm>
        </p:grpSpPr>
        <p:pic>
          <p:nvPicPr>
            <p:cNvPr id="186" name="Google Shape;186;p15"/>
            <p:cNvPicPr preferRelativeResize="0"/>
            <p:nvPr/>
          </p:nvPicPr>
          <p:blipFill rotWithShape="1">
            <a:blip r:embed="rId2">
              <a:alphaModFix/>
            </a:blip>
            <a:srcRect b="26177" l="16960" r="7121" t="24719"/>
            <a:stretch/>
          </p:blipFill>
          <p:spPr>
            <a:xfrm rot="5400000">
              <a:off x="-1534175" y="3508728"/>
              <a:ext cx="2934500" cy="2239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7" name="Google Shape;187;p15"/>
            <p:cNvSpPr/>
            <p:nvPr/>
          </p:nvSpPr>
          <p:spPr>
            <a:xfrm rot="-5400000">
              <a:off x="-184180" y="3596444"/>
              <a:ext cx="503090" cy="2327806"/>
            </a:xfrm>
            <a:custGeom>
              <a:rect b="b" l="l" r="r" t="t"/>
              <a:pathLst>
                <a:path extrusionOk="0" h="56755" w="12266">
                  <a:moveTo>
                    <a:pt x="6811" y="1"/>
                  </a:moveTo>
                  <a:lnTo>
                    <a:pt x="2133" y="4663"/>
                  </a:lnTo>
                  <a:lnTo>
                    <a:pt x="2133" y="16836"/>
                  </a:lnTo>
                  <a:lnTo>
                    <a:pt x="2438" y="16836"/>
                  </a:lnTo>
                  <a:lnTo>
                    <a:pt x="2438" y="4800"/>
                  </a:lnTo>
                  <a:lnTo>
                    <a:pt x="6475" y="747"/>
                  </a:lnTo>
                  <a:lnTo>
                    <a:pt x="6475" y="11793"/>
                  </a:lnTo>
                  <a:lnTo>
                    <a:pt x="11534" y="11793"/>
                  </a:lnTo>
                  <a:lnTo>
                    <a:pt x="8197" y="15130"/>
                  </a:lnTo>
                  <a:lnTo>
                    <a:pt x="11640" y="18573"/>
                  </a:lnTo>
                  <a:lnTo>
                    <a:pt x="5668" y="24546"/>
                  </a:lnTo>
                  <a:lnTo>
                    <a:pt x="5668" y="41686"/>
                  </a:lnTo>
                  <a:lnTo>
                    <a:pt x="0" y="47369"/>
                  </a:lnTo>
                  <a:lnTo>
                    <a:pt x="0" y="56754"/>
                  </a:lnTo>
                  <a:lnTo>
                    <a:pt x="305" y="56754"/>
                  </a:lnTo>
                  <a:lnTo>
                    <a:pt x="305" y="47476"/>
                  </a:lnTo>
                  <a:lnTo>
                    <a:pt x="5973" y="41823"/>
                  </a:lnTo>
                  <a:lnTo>
                    <a:pt x="5973" y="24683"/>
                  </a:lnTo>
                  <a:lnTo>
                    <a:pt x="12082" y="18573"/>
                  </a:lnTo>
                  <a:lnTo>
                    <a:pt x="8639" y="15130"/>
                  </a:lnTo>
                  <a:lnTo>
                    <a:pt x="12265" y="11488"/>
                  </a:lnTo>
                  <a:lnTo>
                    <a:pt x="6811" y="11488"/>
                  </a:lnTo>
                  <a:lnTo>
                    <a:pt x="6811" y="1"/>
                  </a:lnTo>
                  <a:close/>
                </a:path>
              </a:pathLst>
            </a:custGeom>
            <a:gradFill>
              <a:gsLst>
                <a:gs pos="0">
                  <a:schemeClr val="lt1"/>
                </a:gs>
                <a:gs pos="18000">
                  <a:schemeClr val="lt1"/>
                </a:gs>
                <a:gs pos="56000">
                  <a:srgbClr val="FFFFFF">
                    <a:alpha val="0"/>
                  </a:srgbClr>
                </a:gs>
                <a:gs pos="74000">
                  <a:schemeClr val="lt1"/>
                </a:gs>
                <a:gs pos="100000">
                  <a:srgbClr val="9900FF">
                    <a:alpha val="28627"/>
                  </a:srgbClr>
                </a:gs>
              </a:gsLst>
              <a:path path="circle">
                <a:fillToRect b="100%" l="0%" r="100%" t="0%"/>
              </a:path>
              <a:tileRect b="0%" l="-100%" r="0%" t="-100%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88" name="Google Shape;188;p15"/>
            <p:cNvGrpSpPr/>
            <p:nvPr/>
          </p:nvGrpSpPr>
          <p:grpSpPr>
            <a:xfrm>
              <a:off x="58899" y="4608583"/>
              <a:ext cx="604346" cy="657081"/>
              <a:chOff x="58899" y="4608583"/>
              <a:chExt cx="604346" cy="657081"/>
            </a:xfrm>
          </p:grpSpPr>
          <p:grpSp>
            <p:nvGrpSpPr>
              <p:cNvPr id="189" name="Google Shape;189;p15"/>
              <p:cNvGrpSpPr/>
              <p:nvPr/>
            </p:nvGrpSpPr>
            <p:grpSpPr>
              <a:xfrm rot="10800000">
                <a:off x="58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90" name="Google Shape;190;p15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1" name="Google Shape;191;p15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2" name="Google Shape;192;p15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3" name="Google Shape;193;p15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4" name="Google Shape;194;p15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5" name="Google Shape;195;p15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6" name="Google Shape;196;p15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EB9109">
                        <a:alpha val="46666"/>
                      </a:srgbClr>
                    </a:gs>
                    <a:gs pos="78000">
                      <a:srgbClr val="F5F8FF">
                        <a:alpha val="46666"/>
                      </a:srgbClr>
                    </a:gs>
                    <a:gs pos="100000">
                      <a:srgbClr val="F5F8FF">
                        <a:alpha val="46666"/>
                      </a:srgbClr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97" name="Google Shape;197;p15"/>
              <p:cNvGrpSpPr/>
              <p:nvPr/>
            </p:nvGrpSpPr>
            <p:grpSpPr>
              <a:xfrm rot="10800000">
                <a:off x="334899" y="4608583"/>
                <a:ext cx="328346" cy="328531"/>
                <a:chOff x="3678700" y="407275"/>
                <a:chExt cx="708100" cy="708500"/>
              </a:xfrm>
            </p:grpSpPr>
            <p:sp>
              <p:nvSpPr>
                <p:cNvPr id="198" name="Google Shape;198;p15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99" name="Google Shape;199;p15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0" name="Google Shape;200;p15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1" name="Google Shape;201;p15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2" name="Google Shape;202;p15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3" name="Google Shape;203;p15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4" name="Google Shape;204;p15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05" name="Google Shape;205;p15"/>
              <p:cNvGrpSpPr/>
              <p:nvPr/>
            </p:nvGrpSpPr>
            <p:grpSpPr>
              <a:xfrm rot="10800000">
                <a:off x="282574" y="4937133"/>
                <a:ext cx="328346" cy="328531"/>
                <a:chOff x="3678700" y="407275"/>
                <a:chExt cx="708100" cy="708500"/>
              </a:xfrm>
            </p:grpSpPr>
            <p:sp>
              <p:nvSpPr>
                <p:cNvPr id="206" name="Google Shape;206;p15"/>
                <p:cNvSpPr/>
                <p:nvPr/>
              </p:nvSpPr>
              <p:spPr>
                <a:xfrm>
                  <a:off x="3678700" y="4072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7" name="Google Shape;207;p15"/>
                <p:cNvSpPr/>
                <p:nvPr/>
              </p:nvSpPr>
              <p:spPr>
                <a:xfrm>
                  <a:off x="3754875" y="483475"/>
                  <a:ext cx="249900" cy="249875"/>
                </a:xfrm>
                <a:custGeom>
                  <a:rect b="b" l="l" r="r" t="t"/>
                  <a:pathLst>
                    <a:path extrusionOk="0" h="9995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" name="Google Shape;208;p15"/>
                <p:cNvSpPr/>
                <p:nvPr/>
              </p:nvSpPr>
              <p:spPr>
                <a:xfrm>
                  <a:off x="3831425" y="560025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4" y="0"/>
                      </a:moveTo>
                      <a:lnTo>
                        <a:pt x="1" y="8594"/>
                      </a:lnTo>
                      <a:lnTo>
                        <a:pt x="1403" y="9995"/>
                      </a:lnTo>
                      <a:lnTo>
                        <a:pt x="9996" y="1402"/>
                      </a:lnTo>
                      <a:lnTo>
                        <a:pt x="8594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9" name="Google Shape;209;p15"/>
                <p:cNvSpPr/>
                <p:nvPr/>
              </p:nvSpPr>
              <p:spPr>
                <a:xfrm>
                  <a:off x="3907625" y="636575"/>
                  <a:ext cx="249875" cy="249525"/>
                </a:xfrm>
                <a:custGeom>
                  <a:rect b="b" l="l" r="r" t="t"/>
                  <a:pathLst>
                    <a:path extrusionOk="0" h="9981" w="9995">
                      <a:moveTo>
                        <a:pt x="8593" y="1"/>
                      </a:moveTo>
                      <a:lnTo>
                        <a:pt x="0" y="8579"/>
                      </a:lnTo>
                      <a:lnTo>
                        <a:pt x="1402" y="9980"/>
                      </a:lnTo>
                      <a:lnTo>
                        <a:pt x="9995" y="1387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" name="Google Shape;210;p15"/>
                <p:cNvSpPr/>
                <p:nvPr/>
              </p:nvSpPr>
              <p:spPr>
                <a:xfrm>
                  <a:off x="3984175" y="713150"/>
                  <a:ext cx="249900" cy="249900"/>
                </a:xfrm>
                <a:custGeom>
                  <a:rect b="b" l="l" r="r" t="t"/>
                  <a:pathLst>
                    <a:path extrusionOk="0" h="9996" w="9996">
                      <a:moveTo>
                        <a:pt x="8593" y="0"/>
                      </a:moveTo>
                      <a:lnTo>
                        <a:pt x="0" y="8593"/>
                      </a:lnTo>
                      <a:lnTo>
                        <a:pt x="1402" y="9995"/>
                      </a:lnTo>
                      <a:lnTo>
                        <a:pt x="9995" y="1402"/>
                      </a:lnTo>
                      <a:lnTo>
                        <a:pt x="859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1" name="Google Shape;211;p15"/>
                <p:cNvSpPr/>
                <p:nvPr/>
              </p:nvSpPr>
              <p:spPr>
                <a:xfrm>
                  <a:off x="4061125" y="789700"/>
                  <a:ext cx="249500" cy="249525"/>
                </a:xfrm>
                <a:custGeom>
                  <a:rect b="b" l="l" r="r" t="t"/>
                  <a:pathLst>
                    <a:path extrusionOk="0" h="9981" w="9980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80"/>
                      </a:lnTo>
                      <a:lnTo>
                        <a:pt x="9980" y="1402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2" name="Google Shape;212;p15"/>
                <p:cNvSpPr/>
                <p:nvPr/>
              </p:nvSpPr>
              <p:spPr>
                <a:xfrm>
                  <a:off x="4136925" y="865875"/>
                  <a:ext cx="249875" cy="249900"/>
                </a:xfrm>
                <a:custGeom>
                  <a:rect b="b" l="l" r="r" t="t"/>
                  <a:pathLst>
                    <a:path extrusionOk="0" h="9996" w="9995">
                      <a:moveTo>
                        <a:pt x="8593" y="1"/>
                      </a:moveTo>
                      <a:lnTo>
                        <a:pt x="0" y="8594"/>
                      </a:lnTo>
                      <a:lnTo>
                        <a:pt x="1402" y="9996"/>
                      </a:lnTo>
                      <a:lnTo>
                        <a:pt x="9995" y="1403"/>
                      </a:lnTo>
                      <a:lnTo>
                        <a:pt x="8593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C0A9E">
                        <a:alpha val="46666"/>
                      </a:srgbClr>
                    </a:gs>
                    <a:gs pos="100000">
                      <a:srgbClr val="FFFFFF">
                        <a:alpha val="46666"/>
                      </a:srgbClr>
                    </a:gs>
                  </a:gsLst>
                  <a:lin ang="1350003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r>
                    <a:t/>
                  </a:r>
                  <a:endParaRPr b="0" i="0" sz="1400" u="none" cap="none" strike="noStrik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213" name="Google Shape;213;p15"/>
            <p:cNvGrpSpPr/>
            <p:nvPr/>
          </p:nvGrpSpPr>
          <p:grpSpPr>
            <a:xfrm>
              <a:off x="-923150" y="4796551"/>
              <a:ext cx="4558967" cy="134100"/>
              <a:chOff x="796100" y="3019701"/>
              <a:chExt cx="4558967" cy="134100"/>
            </a:xfrm>
          </p:grpSpPr>
          <p:sp>
            <p:nvSpPr>
              <p:cNvPr id="214" name="Google Shape;214;p1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15" name="Google Shape;215;p1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16" name="Google Shape;216;p1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i="0" sz="3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i="0" sz="3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i="0" sz="3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i="0" sz="3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i="0" sz="3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i="0" sz="3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i="0" sz="3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i="0" sz="3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IBM Plex Mono"/>
              <a:buNone/>
              <a:defRPr b="1" i="0" sz="3000" u="none" cap="none" strike="noStrike">
                <a:solidFill>
                  <a:schemeClr val="dk2"/>
                </a:solidFill>
                <a:latin typeface="IBM Plex Mono"/>
                <a:ea typeface="IBM Plex Mono"/>
                <a:cs typeface="IBM Plex Mono"/>
                <a:sym typeface="IBM Plex Mono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713225" y="1152475"/>
            <a:ext cx="76818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 b="0" i="0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anthropic.com/news/introducing-claude" TargetMode="External"/><Relationship Id="rId4" Type="http://schemas.openxmlformats.org/officeDocument/2006/relationships/hyperlink" Target="https://www-cdn.anthropic.com/bd2a28d2535bfb0494cc8e2a3bf135d2e7523226/Model-Card-Claude-2.pdf" TargetMode="External"/><Relationship Id="rId5" Type="http://schemas.openxmlformats.org/officeDocument/2006/relationships/hyperlink" Target="https://docs.anthropic.com/en/docs/intro-to-claude" TargetMode="External"/><Relationship Id="rId6" Type="http://schemas.openxmlformats.org/officeDocument/2006/relationships/hyperlink" Target="https://arxiv.org/abs/2108.07258" TargetMode="External"/><Relationship Id="rId7" Type="http://schemas.openxmlformats.org/officeDocument/2006/relationships/hyperlink" Target="https://arxiv.org/abs/1706.03762" TargetMode="External"/><Relationship Id="rId8" Type="http://schemas.openxmlformats.org/officeDocument/2006/relationships/hyperlink" Target="https://www.anthropic.com/constitu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"/>
          <p:cNvSpPr txBox="1"/>
          <p:nvPr>
            <p:ph idx="1" type="subTitle"/>
          </p:nvPr>
        </p:nvSpPr>
        <p:spPr>
          <a:xfrm>
            <a:off x="1096850" y="3456250"/>
            <a:ext cx="4882500" cy="4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PE"/>
              <a:t>Marcelo Alejandro Arrunategui Zeta</a:t>
            </a:r>
            <a:endParaRPr/>
          </a:p>
        </p:txBody>
      </p:sp>
      <p:sp>
        <p:nvSpPr>
          <p:cNvPr id="222" name="Google Shape;222;p1"/>
          <p:cNvSpPr txBox="1"/>
          <p:nvPr>
            <p:ph type="ctrTitle"/>
          </p:nvPr>
        </p:nvSpPr>
        <p:spPr>
          <a:xfrm>
            <a:off x="1096850" y="816324"/>
            <a:ext cx="6974700" cy="2326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s-PE">
                <a:solidFill>
                  <a:schemeClr val="dk2"/>
                </a:solidFill>
              </a:rPr>
              <a:t>Foundation Models en</a:t>
            </a:r>
            <a:r>
              <a:rPr lang="es-PE">
                <a:solidFill>
                  <a:schemeClr val="dk1"/>
                </a:solidFill>
              </a:rPr>
              <a:t> IA Generativa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223" name="Google Shape;223;p1"/>
          <p:cNvGrpSpPr/>
          <p:nvPr/>
        </p:nvGrpSpPr>
        <p:grpSpPr>
          <a:xfrm>
            <a:off x="1096850" y="3242811"/>
            <a:ext cx="3936684" cy="134070"/>
            <a:chOff x="1096850" y="3242811"/>
            <a:chExt cx="3936684" cy="134070"/>
          </a:xfrm>
        </p:grpSpPr>
        <p:cxnSp>
          <p:nvCxnSpPr>
            <p:cNvPr id="224" name="Google Shape;224;p1"/>
            <p:cNvCxnSpPr/>
            <p:nvPr/>
          </p:nvCxnSpPr>
          <p:spPr>
            <a:xfrm>
              <a:off x="1096850" y="3309850"/>
              <a:ext cx="3840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grpSp>
          <p:nvGrpSpPr>
            <p:cNvPr id="225" name="Google Shape;225;p1"/>
            <p:cNvGrpSpPr/>
            <p:nvPr/>
          </p:nvGrpSpPr>
          <p:grpSpPr>
            <a:xfrm>
              <a:off x="4899464" y="3242811"/>
              <a:ext cx="134070" cy="134070"/>
              <a:chOff x="8382514" y="1084976"/>
              <a:chExt cx="265800" cy="265800"/>
            </a:xfrm>
          </p:grpSpPr>
          <p:sp>
            <p:nvSpPr>
              <p:cNvPr id="226" name="Google Shape;226;p1"/>
              <p:cNvSpPr/>
              <p:nvPr/>
            </p:nvSpPr>
            <p:spPr>
              <a:xfrm>
                <a:off x="8442213" y="1144734"/>
                <a:ext cx="146400" cy="1464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1"/>
              <p:cNvSpPr/>
              <p:nvPr/>
            </p:nvSpPr>
            <p:spPr>
              <a:xfrm>
                <a:off x="8382514" y="1084976"/>
                <a:ext cx="265800" cy="2658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28" name="Google Shape;228;p1"/>
          <p:cNvGrpSpPr/>
          <p:nvPr/>
        </p:nvGrpSpPr>
        <p:grpSpPr>
          <a:xfrm>
            <a:off x="8017432" y="-313900"/>
            <a:ext cx="134070" cy="1891363"/>
            <a:chOff x="8017432" y="-313900"/>
            <a:chExt cx="134070" cy="1891363"/>
          </a:xfrm>
        </p:grpSpPr>
        <p:sp>
          <p:nvSpPr>
            <p:cNvPr id="229" name="Google Shape;229;p1"/>
            <p:cNvSpPr/>
            <p:nvPr/>
          </p:nvSpPr>
          <p:spPr>
            <a:xfrm rot="5400000">
              <a:off x="8017432" y="1443393"/>
              <a:ext cx="134070" cy="13407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30" name="Google Shape;230;p1"/>
            <p:cNvCxnSpPr/>
            <p:nvPr/>
          </p:nvCxnSpPr>
          <p:spPr>
            <a:xfrm>
              <a:off x="8084450" y="-313900"/>
              <a:ext cx="0" cy="1795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31" name="Google Shape;231;p1"/>
            <p:cNvSpPr/>
            <p:nvPr/>
          </p:nvSpPr>
          <p:spPr>
            <a:xfrm rot="5400000">
              <a:off x="8047515" y="1473505"/>
              <a:ext cx="73844" cy="73844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2" name="Google Shape;232;p1"/>
          <p:cNvGrpSpPr/>
          <p:nvPr/>
        </p:nvGrpSpPr>
        <p:grpSpPr>
          <a:xfrm>
            <a:off x="6309526" y="957475"/>
            <a:ext cx="3504715" cy="5119205"/>
            <a:chOff x="6309526" y="836950"/>
            <a:chExt cx="3504715" cy="5119205"/>
          </a:xfrm>
        </p:grpSpPr>
        <p:sp>
          <p:nvSpPr>
            <p:cNvPr id="233" name="Google Shape;233;p1"/>
            <p:cNvSpPr/>
            <p:nvPr/>
          </p:nvSpPr>
          <p:spPr>
            <a:xfrm>
              <a:off x="6309526" y="836950"/>
              <a:ext cx="3153315" cy="5119205"/>
            </a:xfrm>
            <a:custGeom>
              <a:rect b="b" l="l" r="r" t="t"/>
              <a:pathLst>
                <a:path extrusionOk="0" h="124813" w="76882">
                  <a:moveTo>
                    <a:pt x="76668" y="0"/>
                  </a:moveTo>
                  <a:lnTo>
                    <a:pt x="63260" y="13408"/>
                  </a:lnTo>
                  <a:cubicBezTo>
                    <a:pt x="62879" y="13789"/>
                    <a:pt x="62879" y="14398"/>
                    <a:pt x="63260" y="14779"/>
                  </a:cubicBezTo>
                  <a:lnTo>
                    <a:pt x="69857" y="21376"/>
                  </a:lnTo>
                  <a:cubicBezTo>
                    <a:pt x="70116" y="21620"/>
                    <a:pt x="70116" y="22046"/>
                    <a:pt x="69857" y="22305"/>
                  </a:cubicBezTo>
                  <a:lnTo>
                    <a:pt x="46546" y="45616"/>
                  </a:lnTo>
                  <a:cubicBezTo>
                    <a:pt x="46417" y="45738"/>
                    <a:pt x="46245" y="45799"/>
                    <a:pt x="46074" y="45799"/>
                  </a:cubicBezTo>
                  <a:cubicBezTo>
                    <a:pt x="45903" y="45799"/>
                    <a:pt x="45731" y="45738"/>
                    <a:pt x="45602" y="45616"/>
                  </a:cubicBezTo>
                  <a:lnTo>
                    <a:pt x="39020" y="39019"/>
                  </a:lnTo>
                  <a:cubicBezTo>
                    <a:pt x="38822" y="38836"/>
                    <a:pt x="38593" y="38745"/>
                    <a:pt x="38334" y="38745"/>
                  </a:cubicBezTo>
                  <a:cubicBezTo>
                    <a:pt x="38060" y="38745"/>
                    <a:pt x="37831" y="38836"/>
                    <a:pt x="37649" y="39019"/>
                  </a:cubicBezTo>
                  <a:lnTo>
                    <a:pt x="23357" y="53311"/>
                  </a:lnTo>
                  <a:cubicBezTo>
                    <a:pt x="22976" y="53691"/>
                    <a:pt x="22976" y="54301"/>
                    <a:pt x="23357" y="54682"/>
                  </a:cubicBezTo>
                  <a:lnTo>
                    <a:pt x="40833" y="72142"/>
                  </a:lnTo>
                  <a:cubicBezTo>
                    <a:pt x="40939" y="72279"/>
                    <a:pt x="41016" y="72432"/>
                    <a:pt x="41016" y="72614"/>
                  </a:cubicBezTo>
                  <a:cubicBezTo>
                    <a:pt x="41016" y="72812"/>
                    <a:pt x="40955" y="72965"/>
                    <a:pt x="40833" y="73102"/>
                  </a:cubicBezTo>
                  <a:lnTo>
                    <a:pt x="27090" y="86830"/>
                  </a:lnTo>
                  <a:cubicBezTo>
                    <a:pt x="26907" y="87028"/>
                    <a:pt x="26816" y="87256"/>
                    <a:pt x="26816" y="87515"/>
                  </a:cubicBezTo>
                  <a:lnTo>
                    <a:pt x="26816" y="96276"/>
                  </a:lnTo>
                  <a:cubicBezTo>
                    <a:pt x="26816" y="96459"/>
                    <a:pt x="26755" y="96611"/>
                    <a:pt x="26618" y="96748"/>
                  </a:cubicBezTo>
                  <a:lnTo>
                    <a:pt x="13225" y="110140"/>
                  </a:lnTo>
                  <a:cubicBezTo>
                    <a:pt x="13103" y="110270"/>
                    <a:pt x="12940" y="110335"/>
                    <a:pt x="12772" y="110335"/>
                  </a:cubicBezTo>
                  <a:cubicBezTo>
                    <a:pt x="12604" y="110335"/>
                    <a:pt x="12433" y="110270"/>
                    <a:pt x="12296" y="110140"/>
                  </a:cubicBezTo>
                  <a:lnTo>
                    <a:pt x="7618" y="105448"/>
                  </a:lnTo>
                  <a:cubicBezTo>
                    <a:pt x="7428" y="105257"/>
                    <a:pt x="7180" y="105162"/>
                    <a:pt x="6933" y="105162"/>
                  </a:cubicBezTo>
                  <a:cubicBezTo>
                    <a:pt x="6685" y="105162"/>
                    <a:pt x="6438" y="105257"/>
                    <a:pt x="6247" y="105448"/>
                  </a:cubicBezTo>
                  <a:lnTo>
                    <a:pt x="381" y="111314"/>
                  </a:lnTo>
                  <a:cubicBezTo>
                    <a:pt x="1" y="111695"/>
                    <a:pt x="1" y="112304"/>
                    <a:pt x="381" y="112685"/>
                  </a:cubicBezTo>
                  <a:lnTo>
                    <a:pt x="5059" y="117378"/>
                  </a:lnTo>
                  <a:cubicBezTo>
                    <a:pt x="5181" y="117515"/>
                    <a:pt x="5257" y="117667"/>
                    <a:pt x="5257" y="117850"/>
                  </a:cubicBezTo>
                  <a:cubicBezTo>
                    <a:pt x="5257" y="118048"/>
                    <a:pt x="5196" y="118200"/>
                    <a:pt x="5059" y="118322"/>
                  </a:cubicBezTo>
                  <a:lnTo>
                    <a:pt x="3231" y="120150"/>
                  </a:lnTo>
                  <a:cubicBezTo>
                    <a:pt x="2850" y="120531"/>
                    <a:pt x="2850" y="121141"/>
                    <a:pt x="3231" y="121522"/>
                  </a:cubicBezTo>
                  <a:lnTo>
                    <a:pt x="5059" y="123365"/>
                  </a:lnTo>
                  <a:cubicBezTo>
                    <a:pt x="5333" y="123609"/>
                    <a:pt x="5333" y="124020"/>
                    <a:pt x="5059" y="124295"/>
                  </a:cubicBezTo>
                  <a:cubicBezTo>
                    <a:pt x="4914" y="124432"/>
                    <a:pt x="4754" y="124489"/>
                    <a:pt x="4602" y="124489"/>
                  </a:cubicBezTo>
                  <a:cubicBezTo>
                    <a:pt x="4449" y="124489"/>
                    <a:pt x="4305" y="124432"/>
                    <a:pt x="4190" y="124340"/>
                  </a:cubicBezTo>
                  <a:cubicBezTo>
                    <a:pt x="3962" y="124173"/>
                    <a:pt x="3825" y="123838"/>
                    <a:pt x="4038" y="123487"/>
                  </a:cubicBezTo>
                  <a:lnTo>
                    <a:pt x="3764" y="123335"/>
                  </a:lnTo>
                  <a:lnTo>
                    <a:pt x="3764" y="123335"/>
                  </a:lnTo>
                  <a:cubicBezTo>
                    <a:pt x="3459" y="123838"/>
                    <a:pt x="3672" y="124356"/>
                    <a:pt x="3992" y="124599"/>
                  </a:cubicBezTo>
                  <a:cubicBezTo>
                    <a:pt x="4175" y="124736"/>
                    <a:pt x="4373" y="124813"/>
                    <a:pt x="4602" y="124813"/>
                  </a:cubicBezTo>
                  <a:cubicBezTo>
                    <a:pt x="4830" y="124813"/>
                    <a:pt x="5059" y="124736"/>
                    <a:pt x="5272" y="124477"/>
                  </a:cubicBezTo>
                  <a:cubicBezTo>
                    <a:pt x="5455" y="124295"/>
                    <a:pt x="5562" y="124066"/>
                    <a:pt x="5562" y="123792"/>
                  </a:cubicBezTo>
                  <a:cubicBezTo>
                    <a:pt x="5562" y="123533"/>
                    <a:pt x="5455" y="123304"/>
                    <a:pt x="5272" y="123106"/>
                  </a:cubicBezTo>
                  <a:lnTo>
                    <a:pt x="3444" y="121278"/>
                  </a:lnTo>
                  <a:cubicBezTo>
                    <a:pt x="3170" y="121034"/>
                    <a:pt x="3170" y="120623"/>
                    <a:pt x="3444" y="120349"/>
                  </a:cubicBezTo>
                  <a:lnTo>
                    <a:pt x="5272" y="118520"/>
                  </a:lnTo>
                  <a:cubicBezTo>
                    <a:pt x="5455" y="118337"/>
                    <a:pt x="5562" y="118094"/>
                    <a:pt x="5562" y="117835"/>
                  </a:cubicBezTo>
                  <a:cubicBezTo>
                    <a:pt x="5562" y="117576"/>
                    <a:pt x="5455" y="117332"/>
                    <a:pt x="5272" y="117149"/>
                  </a:cubicBezTo>
                  <a:lnTo>
                    <a:pt x="579" y="112456"/>
                  </a:lnTo>
                  <a:cubicBezTo>
                    <a:pt x="320" y="112213"/>
                    <a:pt x="320" y="111801"/>
                    <a:pt x="579" y="111527"/>
                  </a:cubicBezTo>
                  <a:lnTo>
                    <a:pt x="6445" y="105661"/>
                  </a:lnTo>
                  <a:cubicBezTo>
                    <a:pt x="6575" y="105532"/>
                    <a:pt x="6742" y="105467"/>
                    <a:pt x="6912" y="105467"/>
                  </a:cubicBezTo>
                  <a:cubicBezTo>
                    <a:pt x="7081" y="105467"/>
                    <a:pt x="7253" y="105532"/>
                    <a:pt x="7390" y="105661"/>
                  </a:cubicBezTo>
                  <a:lnTo>
                    <a:pt x="12067" y="110354"/>
                  </a:lnTo>
                  <a:cubicBezTo>
                    <a:pt x="12265" y="110537"/>
                    <a:pt x="12494" y="110643"/>
                    <a:pt x="12753" y="110643"/>
                  </a:cubicBezTo>
                  <a:cubicBezTo>
                    <a:pt x="13027" y="110643"/>
                    <a:pt x="13256" y="110537"/>
                    <a:pt x="13439" y="110354"/>
                  </a:cubicBezTo>
                  <a:lnTo>
                    <a:pt x="26831" y="96961"/>
                  </a:lnTo>
                  <a:cubicBezTo>
                    <a:pt x="27014" y="96779"/>
                    <a:pt x="27120" y="96550"/>
                    <a:pt x="27120" y="96276"/>
                  </a:cubicBezTo>
                  <a:lnTo>
                    <a:pt x="27120" y="87469"/>
                  </a:lnTo>
                  <a:cubicBezTo>
                    <a:pt x="27120" y="87287"/>
                    <a:pt x="27166" y="87134"/>
                    <a:pt x="27303" y="86997"/>
                  </a:cubicBezTo>
                  <a:lnTo>
                    <a:pt x="41031" y="73270"/>
                  </a:lnTo>
                  <a:cubicBezTo>
                    <a:pt x="41412" y="72889"/>
                    <a:pt x="41412" y="72279"/>
                    <a:pt x="41031" y="71898"/>
                  </a:cubicBezTo>
                  <a:lnTo>
                    <a:pt x="23571" y="54438"/>
                  </a:lnTo>
                  <a:cubicBezTo>
                    <a:pt x="23312" y="54194"/>
                    <a:pt x="23312" y="53768"/>
                    <a:pt x="23571" y="53509"/>
                  </a:cubicBezTo>
                  <a:lnTo>
                    <a:pt x="37862" y="39217"/>
                  </a:lnTo>
                  <a:cubicBezTo>
                    <a:pt x="37984" y="39095"/>
                    <a:pt x="38155" y="39035"/>
                    <a:pt x="38327" y="39035"/>
                  </a:cubicBezTo>
                  <a:cubicBezTo>
                    <a:pt x="38498" y="39035"/>
                    <a:pt x="38669" y="39095"/>
                    <a:pt x="38791" y="39217"/>
                  </a:cubicBezTo>
                  <a:lnTo>
                    <a:pt x="45373" y="45830"/>
                  </a:lnTo>
                  <a:cubicBezTo>
                    <a:pt x="45571" y="46013"/>
                    <a:pt x="45800" y="46119"/>
                    <a:pt x="46059" y="46119"/>
                  </a:cubicBezTo>
                  <a:cubicBezTo>
                    <a:pt x="46333" y="46119"/>
                    <a:pt x="46562" y="46013"/>
                    <a:pt x="46744" y="45830"/>
                  </a:cubicBezTo>
                  <a:lnTo>
                    <a:pt x="70055" y="22519"/>
                  </a:lnTo>
                  <a:cubicBezTo>
                    <a:pt x="70436" y="22138"/>
                    <a:pt x="70436" y="21528"/>
                    <a:pt x="70055" y="21148"/>
                  </a:cubicBezTo>
                  <a:lnTo>
                    <a:pt x="63473" y="14550"/>
                  </a:lnTo>
                  <a:cubicBezTo>
                    <a:pt x="63199" y="14307"/>
                    <a:pt x="63199" y="13895"/>
                    <a:pt x="63473" y="13621"/>
                  </a:cubicBezTo>
                  <a:lnTo>
                    <a:pt x="76881" y="213"/>
                  </a:lnTo>
                  <a:lnTo>
                    <a:pt x="76668" y="0"/>
                  </a:lnTo>
                  <a:close/>
                </a:path>
              </a:pathLst>
            </a:custGeom>
            <a:gradFill>
              <a:gsLst>
                <a:gs pos="0">
                  <a:srgbClr val="9900FF">
                    <a:alpha val="46666"/>
                  </a:srgbClr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34" name="Google Shape;234;p1"/>
            <p:cNvGrpSpPr/>
            <p:nvPr/>
          </p:nvGrpSpPr>
          <p:grpSpPr>
            <a:xfrm>
              <a:off x="7728436" y="3524084"/>
              <a:ext cx="134004" cy="134004"/>
              <a:chOff x="8356813" y="1074288"/>
              <a:chExt cx="351900" cy="351900"/>
            </a:xfrm>
          </p:grpSpPr>
          <p:sp>
            <p:nvSpPr>
              <p:cNvPr id="235" name="Google Shape;235;p1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6" name="Google Shape;236;p1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7" name="Google Shape;237;p1"/>
            <p:cNvGrpSpPr/>
            <p:nvPr/>
          </p:nvGrpSpPr>
          <p:grpSpPr>
            <a:xfrm>
              <a:off x="7344361" y="3150259"/>
              <a:ext cx="134004" cy="134004"/>
              <a:chOff x="8356813" y="1074288"/>
              <a:chExt cx="351900" cy="351900"/>
            </a:xfrm>
          </p:grpSpPr>
          <p:sp>
            <p:nvSpPr>
              <p:cNvPr id="238" name="Google Shape;238;p1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9" name="Google Shape;239;p1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0" name="Google Shape;240;p1"/>
            <p:cNvGrpSpPr/>
            <p:nvPr/>
          </p:nvGrpSpPr>
          <p:grpSpPr>
            <a:xfrm>
              <a:off x="8337811" y="2464059"/>
              <a:ext cx="134004" cy="134004"/>
              <a:chOff x="8356813" y="1074288"/>
              <a:chExt cx="351900" cy="351900"/>
            </a:xfrm>
          </p:grpSpPr>
          <p:sp>
            <p:nvSpPr>
              <p:cNvPr id="241" name="Google Shape;241;p1"/>
              <p:cNvSpPr/>
              <p:nvPr/>
            </p:nvSpPr>
            <p:spPr>
              <a:xfrm>
                <a:off x="8356813" y="1074288"/>
                <a:ext cx="351900" cy="351900"/>
              </a:xfrm>
              <a:prstGeom prst="ellipse">
                <a:avLst/>
              </a:prstGeom>
              <a:noFill/>
              <a:ln cap="flat" cmpd="sng" w="9525">
                <a:solidFill>
                  <a:schemeClr val="accen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1"/>
              <p:cNvSpPr/>
              <p:nvPr/>
            </p:nvSpPr>
            <p:spPr>
              <a:xfrm>
                <a:off x="8406497" y="1123972"/>
                <a:ext cx="252600" cy="252600"/>
              </a:xfrm>
              <a:prstGeom prst="ellipse">
                <a:avLst/>
              </a:pr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43" name="Google Shape;243;p1"/>
            <p:cNvSpPr/>
            <p:nvPr/>
          </p:nvSpPr>
          <p:spPr>
            <a:xfrm rot="5400000">
              <a:off x="7687039" y="1023058"/>
              <a:ext cx="1421047" cy="2833357"/>
            </a:xfrm>
            <a:custGeom>
              <a:rect b="b" l="l" r="r" t="t"/>
              <a:pathLst>
                <a:path extrusionOk="0" h="69081" w="34647">
                  <a:moveTo>
                    <a:pt x="34434" y="1"/>
                  </a:moveTo>
                  <a:lnTo>
                    <a:pt x="25429" y="8990"/>
                  </a:lnTo>
                  <a:lnTo>
                    <a:pt x="25383" y="9051"/>
                  </a:lnTo>
                  <a:lnTo>
                    <a:pt x="25383" y="32651"/>
                  </a:lnTo>
                  <a:lnTo>
                    <a:pt x="15130" y="42920"/>
                  </a:lnTo>
                  <a:lnTo>
                    <a:pt x="15084" y="42951"/>
                  </a:lnTo>
                  <a:lnTo>
                    <a:pt x="15084" y="60472"/>
                  </a:lnTo>
                  <a:lnTo>
                    <a:pt x="9614" y="65957"/>
                  </a:lnTo>
                  <a:lnTo>
                    <a:pt x="0" y="65957"/>
                  </a:lnTo>
                  <a:lnTo>
                    <a:pt x="0" y="69080"/>
                  </a:lnTo>
                  <a:lnTo>
                    <a:pt x="320" y="69080"/>
                  </a:lnTo>
                  <a:lnTo>
                    <a:pt x="320" y="66262"/>
                  </a:lnTo>
                  <a:lnTo>
                    <a:pt x="9751" y="66262"/>
                  </a:lnTo>
                  <a:lnTo>
                    <a:pt x="15389" y="60609"/>
                  </a:lnTo>
                  <a:lnTo>
                    <a:pt x="15389" y="43088"/>
                  </a:lnTo>
                  <a:lnTo>
                    <a:pt x="25658" y="32819"/>
                  </a:lnTo>
                  <a:lnTo>
                    <a:pt x="25688" y="32788"/>
                  </a:lnTo>
                  <a:lnTo>
                    <a:pt x="25688" y="9188"/>
                  </a:lnTo>
                  <a:lnTo>
                    <a:pt x="34647" y="214"/>
                  </a:lnTo>
                  <a:lnTo>
                    <a:pt x="34434" y="1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FFFFFF">
                    <a:alpha val="0"/>
                  </a:srgbClr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PE"/>
              <a:t>Introducción a Foundation Models</a:t>
            </a:r>
            <a:endParaRPr/>
          </a:p>
        </p:txBody>
      </p:sp>
      <p:sp>
        <p:nvSpPr>
          <p:cNvPr id="249" name="Google Shape;249;p2"/>
          <p:cNvSpPr txBox="1"/>
          <p:nvPr>
            <p:ph idx="2" type="subTitle"/>
          </p:nvPr>
        </p:nvSpPr>
        <p:spPr>
          <a:xfrm>
            <a:off x="720001" y="1033779"/>
            <a:ext cx="7703999" cy="18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PE"/>
              <a:t>Los Foundation Models son modelos de inteligencia artificial entrenados con grandes cantidades de datos y capaces de adaptarse a múltiples tareas sin ser diseñados específicamente para cada una.</a:t>
            </a:r>
            <a:endParaRPr/>
          </a:p>
        </p:txBody>
      </p:sp>
      <p:grpSp>
        <p:nvGrpSpPr>
          <p:cNvPr id="250" name="Google Shape;250;p2"/>
          <p:cNvGrpSpPr/>
          <p:nvPr/>
        </p:nvGrpSpPr>
        <p:grpSpPr>
          <a:xfrm>
            <a:off x="-123925" y="4132284"/>
            <a:ext cx="4558967" cy="1141122"/>
            <a:chOff x="-123925" y="4132284"/>
            <a:chExt cx="4558967" cy="1141122"/>
          </a:xfrm>
        </p:grpSpPr>
        <p:grpSp>
          <p:nvGrpSpPr>
            <p:cNvPr id="251" name="Google Shape;251;p2"/>
            <p:cNvGrpSpPr/>
            <p:nvPr/>
          </p:nvGrpSpPr>
          <p:grpSpPr>
            <a:xfrm>
              <a:off x="-3" y="4132284"/>
              <a:ext cx="2308406" cy="1141122"/>
              <a:chOff x="-3" y="4132284"/>
              <a:chExt cx="2308406" cy="1141122"/>
            </a:xfrm>
          </p:grpSpPr>
          <p:sp>
            <p:nvSpPr>
              <p:cNvPr id="252" name="Google Shape;252;p2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2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4" name="Google Shape;254;p2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255" name="Google Shape;255;p2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56" name="Google Shape;256;p2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57" name="Google Shape;257;p2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58" name="Google Shape;258;p2"/>
          <p:cNvPicPr preferRelativeResize="0"/>
          <p:nvPr/>
        </p:nvPicPr>
        <p:blipFill rotWithShape="1">
          <a:blip r:embed="rId3">
            <a:alphaModFix/>
          </a:blip>
          <a:srcRect b="3600" l="7706" r="3027" t="7717"/>
          <a:stretch/>
        </p:blipFill>
        <p:spPr>
          <a:xfrm>
            <a:off x="3196732" y="1949079"/>
            <a:ext cx="5775957" cy="298235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"/>
          <p:cNvSpPr txBox="1"/>
          <p:nvPr/>
        </p:nvSpPr>
        <p:spPr>
          <a:xfrm>
            <a:off x="731164" y="2003379"/>
            <a:ext cx="2465568" cy="18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None/>
            </a:pPr>
            <a:r>
              <a:rPr b="0" i="0" lang="es-PE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Estos modelos utilizan arquitecturas de deep learning, especialmente </a:t>
            </a:r>
            <a:r>
              <a:rPr b="1" i="0" lang="es-PE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Transformers</a:t>
            </a:r>
            <a:r>
              <a:rPr b="0" i="0" lang="es-PE" sz="1400" u="none" cap="none" strike="noStrike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rPr>
              <a:t>, y constituyen la base de muchas aplicaciones modernas de inteligencia artificial generativa.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PE"/>
              <a:t>Claude: modelo de Anthropic</a:t>
            </a:r>
            <a:endParaRPr/>
          </a:p>
        </p:txBody>
      </p:sp>
      <p:sp>
        <p:nvSpPr>
          <p:cNvPr id="265" name="Google Shape;265;p3"/>
          <p:cNvSpPr txBox="1"/>
          <p:nvPr>
            <p:ph idx="2" type="subTitle"/>
          </p:nvPr>
        </p:nvSpPr>
        <p:spPr>
          <a:xfrm>
            <a:off x="720001" y="1033779"/>
            <a:ext cx="7703999" cy="18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PE"/>
              <a:t>Claude es un modelo de lenguaje desarrollado por la empresa Anthropic, diseñado para generar texto, responder preguntas, programar y analizar información.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PE"/>
              <a:t>Su arquitectura está basada en Transformers, similar a otros modelos de lenguaje de gran escala (LLMs).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PE"/>
              <a:t>Una característica distintiva de Claude es su enfoque en seguridad y alineación, mediante una técnica llamada Constitutional AI, que busca hacer que el modelo responda de forma más ética y segura.</a:t>
            </a:r>
            <a:endParaRPr/>
          </a:p>
        </p:txBody>
      </p:sp>
      <p:grpSp>
        <p:nvGrpSpPr>
          <p:cNvPr id="266" name="Google Shape;266;p3"/>
          <p:cNvGrpSpPr/>
          <p:nvPr/>
        </p:nvGrpSpPr>
        <p:grpSpPr>
          <a:xfrm>
            <a:off x="-123925" y="4132284"/>
            <a:ext cx="4558967" cy="1141122"/>
            <a:chOff x="-123925" y="4132284"/>
            <a:chExt cx="4558967" cy="1141122"/>
          </a:xfrm>
        </p:grpSpPr>
        <p:grpSp>
          <p:nvGrpSpPr>
            <p:cNvPr id="267" name="Google Shape;267;p3"/>
            <p:cNvGrpSpPr/>
            <p:nvPr/>
          </p:nvGrpSpPr>
          <p:grpSpPr>
            <a:xfrm>
              <a:off x="-3" y="4132284"/>
              <a:ext cx="2308406" cy="1141122"/>
              <a:chOff x="-3" y="4132284"/>
              <a:chExt cx="2308406" cy="1141122"/>
            </a:xfrm>
          </p:grpSpPr>
          <p:sp>
            <p:nvSpPr>
              <p:cNvPr id="268" name="Google Shape;268;p3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3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0" name="Google Shape;270;p3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271" name="Google Shape;271;p3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72" name="Google Shape;272;p3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73" name="Google Shape;273;p3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PE"/>
              <a:t>Arquitectura de Claude</a:t>
            </a:r>
            <a:endParaRPr/>
          </a:p>
        </p:txBody>
      </p:sp>
      <p:sp>
        <p:nvSpPr>
          <p:cNvPr id="279" name="Google Shape;279;p4"/>
          <p:cNvSpPr txBox="1"/>
          <p:nvPr>
            <p:ph idx="2" type="subTitle"/>
          </p:nvPr>
        </p:nvSpPr>
        <p:spPr>
          <a:xfrm>
            <a:off x="720001" y="1033779"/>
            <a:ext cx="7703999" cy="18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PE"/>
              <a:t>Claude utiliza la arquitectura Transformer, que procesa el lenguaje mediante mecanismos de atención (attention mechanism).Este sistema permite que el modelo entienda relaciones entre palabras dentro de una oración y genere texto coherente.El modelo es entrenado con grandes volúmenes de datos textuales provenientes de libros, páginas web y documentos.</a:t>
            </a:r>
            <a:endParaRPr/>
          </a:p>
        </p:txBody>
      </p:sp>
      <p:grpSp>
        <p:nvGrpSpPr>
          <p:cNvPr id="280" name="Google Shape;280;p4"/>
          <p:cNvGrpSpPr/>
          <p:nvPr/>
        </p:nvGrpSpPr>
        <p:grpSpPr>
          <a:xfrm>
            <a:off x="-123925" y="4132284"/>
            <a:ext cx="4558967" cy="1141122"/>
            <a:chOff x="-123925" y="4132284"/>
            <a:chExt cx="4558967" cy="1141122"/>
          </a:xfrm>
        </p:grpSpPr>
        <p:grpSp>
          <p:nvGrpSpPr>
            <p:cNvPr id="281" name="Google Shape;281;p4"/>
            <p:cNvGrpSpPr/>
            <p:nvPr/>
          </p:nvGrpSpPr>
          <p:grpSpPr>
            <a:xfrm>
              <a:off x="-3" y="4132284"/>
              <a:ext cx="2308406" cy="1141122"/>
              <a:chOff x="-3" y="4132284"/>
              <a:chExt cx="2308406" cy="1141122"/>
            </a:xfrm>
          </p:grpSpPr>
          <p:sp>
            <p:nvSpPr>
              <p:cNvPr id="282" name="Google Shape;282;p4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4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4" name="Google Shape;284;p4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285" name="Google Shape;285;p4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86" name="Google Shape;286;p4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287" name="Google Shape;287;p4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288" name="Google Shape;288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5417" y="2864379"/>
            <a:ext cx="8753166" cy="698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PE"/>
              <a:t>Entrenamiento del modelo</a:t>
            </a:r>
            <a:endParaRPr/>
          </a:p>
        </p:txBody>
      </p:sp>
      <p:sp>
        <p:nvSpPr>
          <p:cNvPr id="294" name="Google Shape;294;p5"/>
          <p:cNvSpPr txBox="1"/>
          <p:nvPr>
            <p:ph idx="2" type="subTitle"/>
          </p:nvPr>
        </p:nvSpPr>
        <p:spPr>
          <a:xfrm>
            <a:off x="720001" y="1033779"/>
            <a:ext cx="7703999" cy="18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PE"/>
              <a:t>El entrenamiento de Claude se realiza en varias etapas: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1. Pre-training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PE"/>
              <a:t>El modelo aprende patrones del lenguaje usando grandes cantidades de datos.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2. Fine-tuning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PE"/>
              <a:t>Se ajusta el modelo para tareas específicas como chat, programación o análisis.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s-PE"/>
              <a:t>3. Constitutional AI</a:t>
            </a:r>
            <a:endParaRPr/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PE"/>
              <a:t>Se utilizan principios éticos definidos previamente para mejorar la seguridad y reducir respuestas dañinas o incorrectas.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grpSp>
        <p:nvGrpSpPr>
          <p:cNvPr id="295" name="Google Shape;295;p5"/>
          <p:cNvGrpSpPr/>
          <p:nvPr/>
        </p:nvGrpSpPr>
        <p:grpSpPr>
          <a:xfrm>
            <a:off x="-123925" y="4132284"/>
            <a:ext cx="4558967" cy="1141122"/>
            <a:chOff x="-123925" y="4132284"/>
            <a:chExt cx="4558967" cy="1141122"/>
          </a:xfrm>
        </p:grpSpPr>
        <p:grpSp>
          <p:nvGrpSpPr>
            <p:cNvPr id="296" name="Google Shape;296;p5"/>
            <p:cNvGrpSpPr/>
            <p:nvPr/>
          </p:nvGrpSpPr>
          <p:grpSpPr>
            <a:xfrm>
              <a:off x="-3" y="4132284"/>
              <a:ext cx="2308406" cy="1141122"/>
              <a:chOff x="-3" y="4132284"/>
              <a:chExt cx="2308406" cy="1141122"/>
            </a:xfrm>
          </p:grpSpPr>
          <p:sp>
            <p:nvSpPr>
              <p:cNvPr id="297" name="Google Shape;297;p5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8" name="Google Shape;298;p5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9" name="Google Shape;299;p5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300" name="Google Shape;300;p5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01" name="Google Shape;301;p5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02" name="Google Shape;302;p5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303" name="Google Shape;303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402242"/>
            <a:ext cx="9144000" cy="6222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PE"/>
              <a:t>Aplicaciones de Claude</a:t>
            </a:r>
            <a:endParaRPr/>
          </a:p>
        </p:txBody>
      </p:sp>
      <p:sp>
        <p:nvSpPr>
          <p:cNvPr id="309" name="Google Shape;309;p6"/>
          <p:cNvSpPr txBox="1"/>
          <p:nvPr>
            <p:ph idx="2" type="subTitle"/>
          </p:nvPr>
        </p:nvSpPr>
        <p:spPr>
          <a:xfrm>
            <a:off x="720001" y="1033779"/>
            <a:ext cx="7703999" cy="18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PE"/>
              <a:t>Los modelos como Claude tienen múltiples aplicaciones en diferentes áreas: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s-PE"/>
              <a:t>Asistentes conversacionales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s-PE"/>
              <a:t>Generación de contenido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s-PE"/>
              <a:t>Programación asistida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s-PE"/>
              <a:t>Análisis de documentos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s-PE"/>
              <a:t>Educación y tutoría virtual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s-PE"/>
              <a:t>Automatización empresarial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PE"/>
              <a:t>Debido a su capacidad de comprensión del lenguaje natural, estos modelos pueden adaptarse a una gran variedad de tareas.</a:t>
            </a:r>
            <a:endParaRPr/>
          </a:p>
        </p:txBody>
      </p:sp>
      <p:grpSp>
        <p:nvGrpSpPr>
          <p:cNvPr id="310" name="Google Shape;310;p6"/>
          <p:cNvGrpSpPr/>
          <p:nvPr/>
        </p:nvGrpSpPr>
        <p:grpSpPr>
          <a:xfrm>
            <a:off x="-123925" y="4132284"/>
            <a:ext cx="4558967" cy="1141122"/>
            <a:chOff x="-123925" y="4132284"/>
            <a:chExt cx="4558967" cy="1141122"/>
          </a:xfrm>
        </p:grpSpPr>
        <p:grpSp>
          <p:nvGrpSpPr>
            <p:cNvPr id="311" name="Google Shape;311;p6"/>
            <p:cNvGrpSpPr/>
            <p:nvPr/>
          </p:nvGrpSpPr>
          <p:grpSpPr>
            <a:xfrm>
              <a:off x="-3" y="4132284"/>
              <a:ext cx="2308406" cy="1141122"/>
              <a:chOff x="-3" y="4132284"/>
              <a:chExt cx="2308406" cy="1141122"/>
            </a:xfrm>
          </p:grpSpPr>
          <p:sp>
            <p:nvSpPr>
              <p:cNvPr id="312" name="Google Shape;312;p6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3" name="Google Shape;313;p6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14" name="Google Shape;314;p6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315" name="Google Shape;315;p6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16" name="Google Shape;316;p6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17" name="Google Shape;317;p6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318" name="Google Shape;31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0444" y="3481154"/>
            <a:ext cx="8523111" cy="13022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PE"/>
              <a:t>Limitaciones de los Foundation Models</a:t>
            </a:r>
            <a:endParaRPr/>
          </a:p>
        </p:txBody>
      </p:sp>
      <p:sp>
        <p:nvSpPr>
          <p:cNvPr id="324" name="Google Shape;324;p7"/>
          <p:cNvSpPr txBox="1"/>
          <p:nvPr>
            <p:ph idx="2" type="subTitle"/>
          </p:nvPr>
        </p:nvSpPr>
        <p:spPr>
          <a:xfrm>
            <a:off x="719999" y="1464906"/>
            <a:ext cx="7703999" cy="18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PE"/>
              <a:t>A pesar de su gran capacidad, los modelos como Claude presentan algunas limitaciones: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s-PE"/>
              <a:t>Pueden generar información incorrecta (alucinaciones).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s-PE"/>
              <a:t>Requieren grandes recursos computacionales.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s-PE"/>
              <a:t>Dependencia de los datos utilizados en el entrenamiento.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•"/>
            </a:pPr>
            <a:r>
              <a:rPr lang="es-PE"/>
              <a:t>Riesgos éticos si se usan sin control.</a:t>
            </a:r>
            <a:endParaRPr/>
          </a:p>
        </p:txBody>
      </p:sp>
      <p:grpSp>
        <p:nvGrpSpPr>
          <p:cNvPr id="325" name="Google Shape;325;p7"/>
          <p:cNvGrpSpPr/>
          <p:nvPr/>
        </p:nvGrpSpPr>
        <p:grpSpPr>
          <a:xfrm>
            <a:off x="-123925" y="4132284"/>
            <a:ext cx="4558967" cy="1141122"/>
            <a:chOff x="-123925" y="4132284"/>
            <a:chExt cx="4558967" cy="1141122"/>
          </a:xfrm>
        </p:grpSpPr>
        <p:grpSp>
          <p:nvGrpSpPr>
            <p:cNvPr id="326" name="Google Shape;326;p7"/>
            <p:cNvGrpSpPr/>
            <p:nvPr/>
          </p:nvGrpSpPr>
          <p:grpSpPr>
            <a:xfrm>
              <a:off x="-3" y="4132284"/>
              <a:ext cx="2308406" cy="1141122"/>
              <a:chOff x="-3" y="4132284"/>
              <a:chExt cx="2308406" cy="1141122"/>
            </a:xfrm>
          </p:grpSpPr>
          <p:sp>
            <p:nvSpPr>
              <p:cNvPr id="327" name="Google Shape;327;p7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8" name="Google Shape;328;p7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9" name="Google Shape;329;p7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330" name="Google Shape;330;p7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31" name="Google Shape;331;p7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32" name="Google Shape;332;p7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8"/>
          <p:cNvSpPr txBox="1"/>
          <p:nvPr>
            <p:ph type="title"/>
          </p:nvPr>
        </p:nvSpPr>
        <p:spPr>
          <a:xfrm>
            <a:off x="720000" y="151511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PE"/>
              <a:t>Ejemplo de uso de Claude en la vida real</a:t>
            </a:r>
            <a:endParaRPr/>
          </a:p>
        </p:txBody>
      </p:sp>
      <p:sp>
        <p:nvSpPr>
          <p:cNvPr id="338" name="Google Shape;338;p8"/>
          <p:cNvSpPr txBox="1"/>
          <p:nvPr>
            <p:ph idx="2" type="subTitle"/>
          </p:nvPr>
        </p:nvSpPr>
        <p:spPr>
          <a:xfrm>
            <a:off x="719999" y="1171391"/>
            <a:ext cx="7554757" cy="2327583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PE"/>
              <a:t>Un uso común de Claude es el </a:t>
            </a:r>
            <a:r>
              <a:rPr b="1" lang="es-PE"/>
              <a:t>análisis y resumen de documentos extensos </a:t>
            </a:r>
            <a:r>
              <a:rPr lang="es-PE"/>
              <a:t>en entornos profesionales.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PE"/>
              <a:t>Empresas, investigadores y estudiantes pueden utilizar el modelo para analizar grandes cantidades de texto, extraer información relevante y generar resúmenes claros en pocos segundos.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PE"/>
              <a:t>Por ejemplo, Claude puede analizar reportes, contratos o artículos científicos y producir un resumen estructurado que facilite la toma de decisiones.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s-PE"/>
              <a:t>Este tipo de aplicaciones demuestra cómo los </a:t>
            </a:r>
            <a:r>
              <a:rPr i="1" lang="es-PE"/>
              <a:t>Foundation Models </a:t>
            </a:r>
            <a:r>
              <a:rPr lang="es-PE"/>
              <a:t>pueden aumentar la productividad y apoyar tareas cognitivas complejas.</a:t>
            </a:r>
            <a:endParaRPr/>
          </a:p>
        </p:txBody>
      </p:sp>
      <p:grpSp>
        <p:nvGrpSpPr>
          <p:cNvPr id="339" name="Google Shape;339;p8"/>
          <p:cNvGrpSpPr/>
          <p:nvPr/>
        </p:nvGrpSpPr>
        <p:grpSpPr>
          <a:xfrm>
            <a:off x="-123925" y="4132284"/>
            <a:ext cx="4558967" cy="1141122"/>
            <a:chOff x="-123925" y="4132284"/>
            <a:chExt cx="4558967" cy="1141122"/>
          </a:xfrm>
        </p:grpSpPr>
        <p:grpSp>
          <p:nvGrpSpPr>
            <p:cNvPr id="340" name="Google Shape;340;p8"/>
            <p:cNvGrpSpPr/>
            <p:nvPr/>
          </p:nvGrpSpPr>
          <p:grpSpPr>
            <a:xfrm>
              <a:off x="-3" y="4132284"/>
              <a:ext cx="2308406" cy="1141122"/>
              <a:chOff x="-3" y="4132284"/>
              <a:chExt cx="2308406" cy="1141122"/>
            </a:xfrm>
          </p:grpSpPr>
          <p:sp>
            <p:nvSpPr>
              <p:cNvPr id="341" name="Google Shape;341;p8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8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43" name="Google Shape;343;p8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344" name="Google Shape;344;p8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45" name="Google Shape;345;p8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46" name="Google Shape;346;p8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pic>
        <p:nvPicPr>
          <p:cNvPr id="347" name="Google Shape;34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3089" y="3804357"/>
            <a:ext cx="8617821" cy="815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</a:pPr>
            <a:r>
              <a:rPr lang="es-PE"/>
              <a:t>Bibliografia</a:t>
            </a:r>
            <a:endParaRPr/>
          </a:p>
        </p:txBody>
      </p:sp>
      <p:grpSp>
        <p:nvGrpSpPr>
          <p:cNvPr id="353" name="Google Shape;353;p9"/>
          <p:cNvGrpSpPr/>
          <p:nvPr/>
        </p:nvGrpSpPr>
        <p:grpSpPr>
          <a:xfrm>
            <a:off x="-123925" y="4132284"/>
            <a:ext cx="4558967" cy="1141122"/>
            <a:chOff x="-123925" y="4132284"/>
            <a:chExt cx="4558967" cy="1141122"/>
          </a:xfrm>
        </p:grpSpPr>
        <p:grpSp>
          <p:nvGrpSpPr>
            <p:cNvPr id="354" name="Google Shape;354;p9"/>
            <p:cNvGrpSpPr/>
            <p:nvPr/>
          </p:nvGrpSpPr>
          <p:grpSpPr>
            <a:xfrm>
              <a:off x="-3" y="4132284"/>
              <a:ext cx="2308406" cy="1141122"/>
              <a:chOff x="-3" y="4132284"/>
              <a:chExt cx="2308406" cy="1141122"/>
            </a:xfrm>
          </p:grpSpPr>
          <p:sp>
            <p:nvSpPr>
              <p:cNvPr id="355" name="Google Shape;355;p9"/>
              <p:cNvSpPr/>
              <p:nvPr/>
            </p:nvSpPr>
            <p:spPr>
              <a:xfrm rot="5400000">
                <a:off x="663005" y="3628622"/>
                <a:ext cx="981776" cy="2307791"/>
              </a:xfrm>
              <a:custGeom>
                <a:rect b="b" l="l" r="r" t="t"/>
                <a:pathLst>
                  <a:path extrusionOk="0" h="56267" w="23937">
                    <a:moveTo>
                      <a:pt x="12997" y="1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64"/>
                      <a:pt x="23632" y="11321"/>
                      <a:pt x="23632" y="11808"/>
                    </a:cubicBezTo>
                    <a:cubicBezTo>
                      <a:pt x="23632" y="12311"/>
                      <a:pt x="23434" y="12768"/>
                      <a:pt x="23098" y="13104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5"/>
                    </a:lnTo>
                    <a:cubicBezTo>
                      <a:pt x="16547" y="11489"/>
                      <a:pt x="16029" y="11260"/>
                      <a:pt x="15435" y="11260"/>
                    </a:cubicBezTo>
                    <a:cubicBezTo>
                      <a:pt x="14841" y="11260"/>
                      <a:pt x="14307" y="11489"/>
                      <a:pt x="13911" y="11885"/>
                    </a:cubicBezTo>
                    <a:lnTo>
                      <a:pt x="12525" y="13271"/>
                    </a:lnTo>
                    <a:cubicBezTo>
                      <a:pt x="12129" y="13698"/>
                      <a:pt x="11900" y="14231"/>
                      <a:pt x="11900" y="14795"/>
                    </a:cubicBezTo>
                    <a:cubicBezTo>
                      <a:pt x="11900" y="15374"/>
                      <a:pt x="12129" y="15922"/>
                      <a:pt x="12525" y="16318"/>
                    </a:cubicBezTo>
                    <a:cubicBezTo>
                      <a:pt x="12860" y="16669"/>
                      <a:pt x="13058" y="17126"/>
                      <a:pt x="13058" y="17629"/>
                    </a:cubicBezTo>
                    <a:cubicBezTo>
                      <a:pt x="13058" y="18116"/>
                      <a:pt x="12860" y="18573"/>
                      <a:pt x="12525" y="18924"/>
                    </a:cubicBezTo>
                    <a:lnTo>
                      <a:pt x="11489" y="19944"/>
                    </a:lnTo>
                    <a:cubicBezTo>
                      <a:pt x="11154" y="20295"/>
                      <a:pt x="10696" y="20478"/>
                      <a:pt x="10209" y="20478"/>
                    </a:cubicBezTo>
                    <a:lnTo>
                      <a:pt x="9569" y="20478"/>
                    </a:lnTo>
                    <a:cubicBezTo>
                      <a:pt x="8990" y="20478"/>
                      <a:pt x="8457" y="20706"/>
                      <a:pt x="8045" y="21102"/>
                    </a:cubicBezTo>
                    <a:lnTo>
                      <a:pt x="3353" y="25810"/>
                    </a:lnTo>
                    <a:cubicBezTo>
                      <a:pt x="2515" y="26648"/>
                      <a:pt x="2515" y="28004"/>
                      <a:pt x="3353" y="28842"/>
                    </a:cubicBezTo>
                    <a:lnTo>
                      <a:pt x="10529" y="36018"/>
                    </a:lnTo>
                    <a:cubicBezTo>
                      <a:pt x="10864" y="36369"/>
                      <a:pt x="11062" y="36826"/>
                      <a:pt x="11062" y="37313"/>
                    </a:cubicBezTo>
                    <a:cubicBezTo>
                      <a:pt x="11062" y="37801"/>
                      <a:pt x="10864" y="38273"/>
                      <a:pt x="10529" y="38608"/>
                    </a:cubicBezTo>
                    <a:lnTo>
                      <a:pt x="8198" y="40940"/>
                    </a:lnTo>
                    <a:cubicBezTo>
                      <a:pt x="7802" y="41351"/>
                      <a:pt x="7573" y="41884"/>
                      <a:pt x="7573" y="42463"/>
                    </a:cubicBezTo>
                    <a:lnTo>
                      <a:pt x="7573" y="47720"/>
                    </a:lnTo>
                    <a:cubicBezTo>
                      <a:pt x="7573" y="48207"/>
                      <a:pt x="7390" y="48664"/>
                      <a:pt x="7040" y="49015"/>
                    </a:cubicBezTo>
                    <a:lnTo>
                      <a:pt x="1" y="56054"/>
                    </a:lnTo>
                    <a:lnTo>
                      <a:pt x="199" y="56267"/>
                    </a:lnTo>
                    <a:lnTo>
                      <a:pt x="7268" y="49274"/>
                    </a:lnTo>
                    <a:cubicBezTo>
                      <a:pt x="7664" y="48862"/>
                      <a:pt x="7893" y="48329"/>
                      <a:pt x="7893" y="47750"/>
                    </a:cubicBezTo>
                    <a:lnTo>
                      <a:pt x="7893" y="42494"/>
                    </a:lnTo>
                    <a:cubicBezTo>
                      <a:pt x="7893" y="42006"/>
                      <a:pt x="8091" y="41549"/>
                      <a:pt x="8426" y="41199"/>
                    </a:cubicBezTo>
                    <a:lnTo>
                      <a:pt x="10757" y="38883"/>
                    </a:lnTo>
                    <a:cubicBezTo>
                      <a:pt x="11154" y="38456"/>
                      <a:pt x="11382" y="37923"/>
                      <a:pt x="11382" y="37359"/>
                    </a:cubicBezTo>
                    <a:cubicBezTo>
                      <a:pt x="11382" y="36765"/>
                      <a:pt x="11154" y="36232"/>
                      <a:pt x="10757" y="35835"/>
                    </a:cubicBezTo>
                    <a:lnTo>
                      <a:pt x="3581" y="28644"/>
                    </a:lnTo>
                    <a:cubicBezTo>
                      <a:pt x="2850" y="27943"/>
                      <a:pt x="2850" y="26785"/>
                      <a:pt x="3581" y="26054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67"/>
                    </a:lnTo>
                    <a:cubicBezTo>
                      <a:pt x="13149" y="18741"/>
                      <a:pt x="13378" y="18208"/>
                      <a:pt x="13378" y="17644"/>
                    </a:cubicBezTo>
                    <a:cubicBezTo>
                      <a:pt x="13378" y="17050"/>
                      <a:pt x="13149" y="16516"/>
                      <a:pt x="12753" y="16120"/>
                    </a:cubicBezTo>
                    <a:cubicBezTo>
                      <a:pt x="12418" y="15770"/>
                      <a:pt x="12220" y="15313"/>
                      <a:pt x="12220" y="14825"/>
                    </a:cubicBezTo>
                    <a:cubicBezTo>
                      <a:pt x="12220" y="14322"/>
                      <a:pt x="12418" y="13865"/>
                      <a:pt x="12753" y="13530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8" y="11595"/>
                      <a:pt x="16395" y="11793"/>
                      <a:pt x="16730" y="12128"/>
                    </a:cubicBezTo>
                    <a:lnTo>
                      <a:pt x="19107" y="14520"/>
                    </a:lnTo>
                    <a:cubicBezTo>
                      <a:pt x="19526" y="14939"/>
                      <a:pt x="20074" y="15149"/>
                      <a:pt x="20623" y="15149"/>
                    </a:cubicBezTo>
                    <a:cubicBezTo>
                      <a:pt x="21171" y="15149"/>
                      <a:pt x="21720" y="14939"/>
                      <a:pt x="22139" y="14520"/>
                    </a:cubicBezTo>
                    <a:lnTo>
                      <a:pt x="23297" y="13347"/>
                    </a:lnTo>
                    <a:cubicBezTo>
                      <a:pt x="23708" y="12936"/>
                      <a:pt x="23936" y="12403"/>
                      <a:pt x="23936" y="11824"/>
                    </a:cubicBezTo>
                    <a:cubicBezTo>
                      <a:pt x="23936" y="11260"/>
                      <a:pt x="23708" y="10711"/>
                      <a:pt x="23297" y="10300"/>
                    </a:cubicBezTo>
                    <a:lnTo>
                      <a:pt x="12997" y="1"/>
                    </a:lnTo>
                    <a:close/>
                  </a:path>
                </a:pathLst>
              </a:custGeom>
              <a:gradFill>
                <a:gsLst>
                  <a:gs pos="0">
                    <a:srgbClr val="9900FF">
                      <a:alpha val="46666"/>
                    </a:srgbClr>
                  </a:gs>
                  <a:gs pos="100000">
                    <a:srgbClr val="FFFFFF">
                      <a:alpha val="0"/>
                    </a:srgbClr>
                  </a:gs>
                </a:gsLst>
                <a:lin ang="1080140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9"/>
              <p:cNvSpPr/>
              <p:nvPr/>
            </p:nvSpPr>
            <p:spPr>
              <a:xfrm rot="5400000">
                <a:off x="663620" y="3469276"/>
                <a:ext cx="981776" cy="2307791"/>
              </a:xfrm>
              <a:custGeom>
                <a:rect b="b" l="l" r="r" t="t"/>
                <a:pathLst>
                  <a:path extrusionOk="0" h="56267" w="23937">
                    <a:moveTo>
                      <a:pt x="12997" y="0"/>
                    </a:moveTo>
                    <a:lnTo>
                      <a:pt x="12784" y="214"/>
                    </a:lnTo>
                    <a:lnTo>
                      <a:pt x="23098" y="10513"/>
                    </a:lnTo>
                    <a:cubicBezTo>
                      <a:pt x="23434" y="10848"/>
                      <a:pt x="23632" y="11305"/>
                      <a:pt x="23632" y="11808"/>
                    </a:cubicBezTo>
                    <a:cubicBezTo>
                      <a:pt x="23632" y="12296"/>
                      <a:pt x="23434" y="12753"/>
                      <a:pt x="23098" y="13103"/>
                    </a:cubicBezTo>
                    <a:lnTo>
                      <a:pt x="21925" y="14261"/>
                    </a:lnTo>
                    <a:cubicBezTo>
                      <a:pt x="21575" y="14627"/>
                      <a:pt x="21110" y="14810"/>
                      <a:pt x="20642" y="14810"/>
                    </a:cubicBezTo>
                    <a:cubicBezTo>
                      <a:pt x="20173" y="14810"/>
                      <a:pt x="19701" y="14627"/>
                      <a:pt x="19335" y="14261"/>
                    </a:cubicBezTo>
                    <a:lnTo>
                      <a:pt x="16958" y="11884"/>
                    </a:lnTo>
                    <a:cubicBezTo>
                      <a:pt x="16547" y="11488"/>
                      <a:pt x="16029" y="11260"/>
                      <a:pt x="15435" y="11260"/>
                    </a:cubicBezTo>
                    <a:cubicBezTo>
                      <a:pt x="14840" y="11260"/>
                      <a:pt x="14307" y="11488"/>
                      <a:pt x="13911" y="11884"/>
                    </a:cubicBezTo>
                    <a:lnTo>
                      <a:pt x="12525" y="13271"/>
                    </a:lnTo>
                    <a:cubicBezTo>
                      <a:pt x="11687" y="14109"/>
                      <a:pt x="11687" y="15465"/>
                      <a:pt x="12525" y="16303"/>
                    </a:cubicBezTo>
                    <a:cubicBezTo>
                      <a:pt x="12860" y="16638"/>
                      <a:pt x="13058" y="17095"/>
                      <a:pt x="13058" y="17598"/>
                    </a:cubicBezTo>
                    <a:cubicBezTo>
                      <a:pt x="13058" y="18085"/>
                      <a:pt x="12860" y="18543"/>
                      <a:pt x="12525" y="18893"/>
                    </a:cubicBezTo>
                    <a:lnTo>
                      <a:pt x="11489" y="19914"/>
                    </a:lnTo>
                    <a:cubicBezTo>
                      <a:pt x="11153" y="20264"/>
                      <a:pt x="10696" y="20447"/>
                      <a:pt x="10193" y="20447"/>
                    </a:cubicBezTo>
                    <a:lnTo>
                      <a:pt x="9569" y="20447"/>
                    </a:lnTo>
                    <a:cubicBezTo>
                      <a:pt x="8975" y="20447"/>
                      <a:pt x="8441" y="20676"/>
                      <a:pt x="8045" y="21087"/>
                    </a:cubicBezTo>
                    <a:lnTo>
                      <a:pt x="3337" y="25780"/>
                    </a:lnTo>
                    <a:cubicBezTo>
                      <a:pt x="2941" y="26206"/>
                      <a:pt x="2713" y="26739"/>
                      <a:pt x="2713" y="27303"/>
                    </a:cubicBezTo>
                    <a:cubicBezTo>
                      <a:pt x="2713" y="27897"/>
                      <a:pt x="2941" y="28431"/>
                      <a:pt x="3337" y="28827"/>
                    </a:cubicBezTo>
                    <a:lnTo>
                      <a:pt x="10529" y="36018"/>
                    </a:lnTo>
                    <a:cubicBezTo>
                      <a:pt x="11245" y="36719"/>
                      <a:pt x="11245" y="37877"/>
                      <a:pt x="10529" y="38608"/>
                    </a:cubicBezTo>
                    <a:lnTo>
                      <a:pt x="8198" y="40924"/>
                    </a:lnTo>
                    <a:cubicBezTo>
                      <a:pt x="7801" y="41351"/>
                      <a:pt x="7573" y="41884"/>
                      <a:pt x="7573" y="42448"/>
                    </a:cubicBezTo>
                    <a:lnTo>
                      <a:pt x="7573" y="47704"/>
                    </a:lnTo>
                    <a:cubicBezTo>
                      <a:pt x="7573" y="48207"/>
                      <a:pt x="7375" y="48664"/>
                      <a:pt x="7040" y="48999"/>
                    </a:cubicBezTo>
                    <a:lnTo>
                      <a:pt x="1" y="56053"/>
                    </a:lnTo>
                    <a:lnTo>
                      <a:pt x="199" y="56267"/>
                    </a:lnTo>
                    <a:lnTo>
                      <a:pt x="7268" y="49212"/>
                    </a:lnTo>
                    <a:cubicBezTo>
                      <a:pt x="7664" y="48801"/>
                      <a:pt x="7893" y="48268"/>
                      <a:pt x="7893" y="47689"/>
                    </a:cubicBezTo>
                    <a:lnTo>
                      <a:pt x="7893" y="42432"/>
                    </a:lnTo>
                    <a:cubicBezTo>
                      <a:pt x="7893" y="41945"/>
                      <a:pt x="8091" y="41473"/>
                      <a:pt x="8426" y="41137"/>
                    </a:cubicBezTo>
                    <a:lnTo>
                      <a:pt x="10757" y="38806"/>
                    </a:lnTo>
                    <a:cubicBezTo>
                      <a:pt x="11595" y="37984"/>
                      <a:pt x="11595" y="36628"/>
                      <a:pt x="10757" y="35790"/>
                    </a:cubicBezTo>
                    <a:lnTo>
                      <a:pt x="3581" y="28598"/>
                    </a:lnTo>
                    <a:cubicBezTo>
                      <a:pt x="3231" y="28263"/>
                      <a:pt x="3048" y="27806"/>
                      <a:pt x="3048" y="27318"/>
                    </a:cubicBezTo>
                    <a:cubicBezTo>
                      <a:pt x="3048" y="26816"/>
                      <a:pt x="3231" y="26359"/>
                      <a:pt x="3581" y="26023"/>
                    </a:cubicBezTo>
                    <a:lnTo>
                      <a:pt x="8274" y="21346"/>
                    </a:lnTo>
                    <a:cubicBezTo>
                      <a:pt x="8624" y="21011"/>
                      <a:pt x="9081" y="20813"/>
                      <a:pt x="9569" y="20813"/>
                    </a:cubicBezTo>
                    <a:lnTo>
                      <a:pt x="10209" y="20813"/>
                    </a:lnTo>
                    <a:cubicBezTo>
                      <a:pt x="10788" y="20813"/>
                      <a:pt x="11321" y="20584"/>
                      <a:pt x="11732" y="20188"/>
                    </a:cubicBezTo>
                    <a:lnTo>
                      <a:pt x="12753" y="19152"/>
                    </a:lnTo>
                    <a:cubicBezTo>
                      <a:pt x="13149" y="18741"/>
                      <a:pt x="13378" y="18207"/>
                      <a:pt x="13378" y="17628"/>
                    </a:cubicBezTo>
                    <a:cubicBezTo>
                      <a:pt x="13378" y="17049"/>
                      <a:pt x="13149" y="16516"/>
                      <a:pt x="12753" y="16105"/>
                    </a:cubicBezTo>
                    <a:cubicBezTo>
                      <a:pt x="12037" y="15404"/>
                      <a:pt x="12037" y="14246"/>
                      <a:pt x="12753" y="13515"/>
                    </a:cubicBezTo>
                    <a:lnTo>
                      <a:pt x="14140" y="12128"/>
                    </a:lnTo>
                    <a:cubicBezTo>
                      <a:pt x="14490" y="11793"/>
                      <a:pt x="14947" y="11595"/>
                      <a:pt x="15435" y="11595"/>
                    </a:cubicBezTo>
                    <a:cubicBezTo>
                      <a:pt x="15937" y="11595"/>
                      <a:pt x="16395" y="11793"/>
                      <a:pt x="16730" y="12128"/>
                    </a:cubicBezTo>
                    <a:lnTo>
                      <a:pt x="19106" y="14505"/>
                    </a:lnTo>
                    <a:cubicBezTo>
                      <a:pt x="19525" y="14924"/>
                      <a:pt x="20074" y="15133"/>
                      <a:pt x="20622" y="15133"/>
                    </a:cubicBezTo>
                    <a:cubicBezTo>
                      <a:pt x="21171" y="15133"/>
                      <a:pt x="21719" y="14924"/>
                      <a:pt x="22138" y="14505"/>
                    </a:cubicBezTo>
                    <a:lnTo>
                      <a:pt x="23296" y="13347"/>
                    </a:lnTo>
                    <a:cubicBezTo>
                      <a:pt x="23708" y="12936"/>
                      <a:pt x="23936" y="12402"/>
                      <a:pt x="23936" y="11823"/>
                    </a:cubicBezTo>
                    <a:cubicBezTo>
                      <a:pt x="23936" y="11229"/>
                      <a:pt x="23708" y="10696"/>
                      <a:pt x="23296" y="10300"/>
                    </a:cubicBezTo>
                    <a:lnTo>
                      <a:pt x="12997" y="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78000">
                    <a:schemeClr val="lt1"/>
                  </a:gs>
                  <a:gs pos="100000">
                    <a:schemeClr val="lt1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57" name="Google Shape;357;p9"/>
            <p:cNvGrpSpPr/>
            <p:nvPr/>
          </p:nvGrpSpPr>
          <p:grpSpPr>
            <a:xfrm>
              <a:off x="-123925" y="4386226"/>
              <a:ext cx="4558967" cy="134100"/>
              <a:chOff x="796100" y="3019701"/>
              <a:chExt cx="4558967" cy="134100"/>
            </a:xfrm>
          </p:grpSpPr>
          <p:sp>
            <p:nvSpPr>
              <p:cNvPr id="358" name="Google Shape;358;p9"/>
              <p:cNvSpPr/>
              <p:nvPr/>
            </p:nvSpPr>
            <p:spPr>
              <a:xfrm>
                <a:off x="5220967" y="3019701"/>
                <a:ext cx="134100" cy="134100"/>
              </a:xfrm>
              <a:prstGeom prst="ellipse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59" name="Google Shape;359;p9"/>
              <p:cNvCxnSpPr/>
              <p:nvPr/>
            </p:nvCxnSpPr>
            <p:spPr>
              <a:xfrm>
                <a:off x="796100" y="3086750"/>
                <a:ext cx="4462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360" name="Google Shape;360;p9"/>
              <p:cNvSpPr/>
              <p:nvPr/>
            </p:nvSpPr>
            <p:spPr>
              <a:xfrm>
                <a:off x="5251079" y="3049843"/>
                <a:ext cx="73800" cy="738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61" name="Google Shape;361;p9"/>
          <p:cNvSpPr txBox="1"/>
          <p:nvPr/>
        </p:nvSpPr>
        <p:spPr>
          <a:xfrm>
            <a:off x="561165" y="1299184"/>
            <a:ext cx="7862835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Anthropic. (2023).</a:t>
            </a:r>
            <a:r>
              <a:rPr b="0" i="0" lang="es-P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s-P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Introducing Claude</a:t>
            </a:r>
            <a:r>
              <a:rPr b="0" i="0" lang="es-P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Anthropic.</a:t>
            </a:r>
            <a:br>
              <a:rPr b="0" i="0" lang="es-P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PE" sz="11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https://www.anthropic.com/news/introducing-claude</a:t>
            </a:r>
            <a:r>
              <a:rPr b="0" i="0" lang="es-P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Anthropic. (2023).</a:t>
            </a:r>
            <a:r>
              <a:rPr b="0" i="0" lang="es-P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s-P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Model Card and Evaluations for Claude Models</a:t>
            </a:r>
            <a:r>
              <a:rPr b="0" i="0" lang="es-P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Anthropic Research.</a:t>
            </a:r>
            <a:br>
              <a:rPr b="0" i="0" lang="es-P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PE" sz="11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https://www-cdn.anthropic.com/bd2a28d2535bfb0494cc8e2a3bf135d2e7523226/Model-Card-Claude-2.pdf</a:t>
            </a:r>
            <a:r>
              <a:rPr b="0" i="0" lang="es-P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Anthropic. (2024).</a:t>
            </a:r>
            <a:r>
              <a:rPr b="0" i="0" lang="es-P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s-P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 to Claude – Documentation</a:t>
            </a:r>
            <a:r>
              <a:rPr b="0" i="0" lang="es-P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Anthropic Docs.</a:t>
            </a:r>
            <a:br>
              <a:rPr b="0" i="0" lang="es-P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PE" sz="11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https://docs.anthropic.com/en/docs/intro-to-claude</a:t>
            </a:r>
            <a:r>
              <a:rPr b="0" i="0" lang="es-P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Bommasani, R., Hudson, D. A., Adeli, E., et al. (2021).</a:t>
            </a:r>
            <a:r>
              <a:rPr b="0" i="0" lang="es-P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s-P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On the Opportunities and Risks of Foundation Models</a:t>
            </a:r>
            <a:r>
              <a:rPr b="0" i="0" lang="es-P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Stanford Center for Research on Foundation Models.</a:t>
            </a:r>
            <a:br>
              <a:rPr b="0" i="0" lang="es-P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PE" sz="11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https://arxiv.org/abs/2108.07258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Vaswani, A., Shazeer, N., Parmar, N., et al. (2017).</a:t>
            </a:r>
            <a:r>
              <a:rPr b="0" i="0" lang="es-P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s-P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Attention Is All You Need</a:t>
            </a:r>
            <a:r>
              <a:rPr b="0" i="0" lang="es-P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Advances in Neural Information Processing Systems.</a:t>
            </a:r>
            <a:br>
              <a:rPr b="0" i="0" lang="es-P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PE" sz="11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https://arxiv.org/abs/1706.03762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P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Anthropic. (2023).</a:t>
            </a:r>
            <a:r>
              <a:rPr b="0" i="0" lang="es-P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1" lang="es-P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Claude’s Constitution</a:t>
            </a:r>
            <a:r>
              <a:rPr b="0" i="0" lang="es-P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Anthropic Research.</a:t>
            </a:r>
            <a:br>
              <a:rPr b="0" i="0" lang="es-PE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s-PE" sz="1100" u="sng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https://www.anthropic.com/constitution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troduction to Coding Workshop by Slidesgo">
  <a:themeElements>
    <a:clrScheme name="Simple Light">
      <a:dk1>
        <a:srgbClr val="1D1D1D"/>
      </a:dk1>
      <a:lt1>
        <a:srgbClr val="F5F8FF"/>
      </a:lt1>
      <a:dk2>
        <a:srgbClr val="0C0A9E"/>
      </a:dk2>
      <a:lt2>
        <a:srgbClr val="EB9109"/>
      </a:lt2>
      <a:accent1>
        <a:srgbClr val="8208D5"/>
      </a:accent1>
      <a:accent2>
        <a:srgbClr val="BFBEF7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D1D1D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Franco Zeta</dc:creator>
</cp:coreProperties>
</file>